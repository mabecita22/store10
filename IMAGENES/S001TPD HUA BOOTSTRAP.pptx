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4" r:id="rId1"/>
  </p:sldMasterIdLst>
  <p:notesMasterIdLst>
    <p:notesMasterId r:id="rId4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sldSz cx="12192000" cy="6858000"/>
  <p:notesSz cx="6858000" cy="9144000"/>
  <p:embeddedFontLst>
    <p:embeddedFont>
      <p:font typeface="Calibri" panose="020F0502020204030204" pitchFamily="34" charset="0"/>
      <p:regular r:id="rId41"/>
      <p:bold r:id="rId42"/>
      <p:italic r:id="rId43"/>
      <p:boldItalic r:id="rId44"/>
    </p:embeddedFont>
    <p:embeddedFont>
      <p:font typeface="Open Sans" panose="020B0606030504020204" pitchFamily="34" charset="0"/>
      <p:regular r:id="rId45"/>
      <p:bold r:id="rId46"/>
      <p:italic r:id="rId47"/>
      <p:boldItalic r:id="rId48"/>
    </p:embeddedFont>
    <p:embeddedFont>
      <p:font typeface="Roboto" panose="02000000000000000000" pitchFamily="2" charset="0"/>
      <p:regular r:id="rId49"/>
      <p:bold r:id="rId50"/>
      <p:italic r:id="rId51"/>
      <p:boldItalic r:id="rId52"/>
    </p:embeddedFont>
    <p:embeddedFont>
      <p:font typeface="Tahoma" panose="020B0604030504040204" pitchFamily="34" charset="0"/>
      <p:regular r:id="rId53"/>
      <p:bold r:id="rId54"/>
    </p:embeddedFont>
    <p:embeddedFont>
      <p:font typeface="Trebuchet MS" panose="020B0603020202020204" pitchFamily="34" charset="0"/>
      <p:regular r:id="rId55"/>
      <p:bold r:id="rId56"/>
      <p:italic r:id="rId57"/>
      <p:boldItalic r:id="rId58"/>
    </p:embeddedFont>
    <p:embeddedFont>
      <p:font typeface="Verdana" panose="020B0604030504040204" pitchFamily="34" charset="0"/>
      <p:regular r:id="rId59"/>
      <p:bold r:id="rId60"/>
      <p:italic r:id="rId61"/>
      <p:boldItalic r:id="rId6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8D3F334-738D-4B2B-AEF6-CECCC2F3852F}">
  <a:tblStyle styleId="{48D3F334-738D-4B2B-AEF6-CECCC2F3852F}"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AA9E3A58-F966-473C-AD10-942D5133C1C9}" styleName="Table_1">
    <a:wholeTbl>
      <a:tcTxStyle b="off" i="off">
        <a:font>
          <a:latin typeface="Trebuchet MS"/>
          <a:ea typeface="Trebuchet MS"/>
          <a:cs typeface="Trebuchet MS"/>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EF4E7"/>
          </a:solidFill>
        </a:fill>
      </a:tcStyle>
    </a:wholeTbl>
    <a:band1H>
      <a:tcTxStyle/>
      <a:tcStyle>
        <a:tcBdr/>
        <a:fill>
          <a:solidFill>
            <a:srgbClr val="DBE9CB"/>
          </a:solidFill>
        </a:fill>
      </a:tcStyle>
    </a:band1H>
    <a:band2H>
      <a:tcTxStyle/>
      <a:tcStyle>
        <a:tcBdr/>
      </a:tcStyle>
    </a:band2H>
    <a:band1V>
      <a:tcTxStyle/>
      <a:tcStyle>
        <a:tcBdr/>
        <a:fill>
          <a:solidFill>
            <a:srgbClr val="DBE9CB"/>
          </a:solidFill>
        </a:fill>
      </a:tcStyle>
    </a:band1V>
    <a:band2V>
      <a:tcTxStyle/>
      <a:tcStyle>
        <a:tcBdr/>
      </a:tcStyle>
    </a:band2V>
    <a:lastCol>
      <a:tcTxStyle b="on" i="off">
        <a:font>
          <a:latin typeface="Trebuchet MS"/>
          <a:ea typeface="Trebuchet MS"/>
          <a:cs typeface="Trebuchet MS"/>
        </a:font>
        <a:schemeClr val="lt1"/>
      </a:tcTxStyle>
      <a:tcStyle>
        <a:tcBdr/>
        <a:fill>
          <a:solidFill>
            <a:schemeClr val="accent1"/>
          </a:solidFill>
        </a:fill>
      </a:tcStyle>
    </a:lastCol>
    <a:firstCol>
      <a:tcTxStyle b="on" i="off">
        <a:font>
          <a:latin typeface="Trebuchet MS"/>
          <a:ea typeface="Trebuchet MS"/>
          <a:cs typeface="Trebuchet MS"/>
        </a:font>
        <a:schemeClr val="lt1"/>
      </a:tcTxStyle>
      <a:tcStyle>
        <a:tcBdr/>
        <a:fill>
          <a:solidFill>
            <a:schemeClr val="accent1"/>
          </a:solidFill>
        </a:fill>
      </a:tcStyle>
    </a:firstCol>
    <a:lastRow>
      <a:tcTxStyle b="on" i="off">
        <a:font>
          <a:latin typeface="Trebuchet MS"/>
          <a:ea typeface="Trebuchet MS"/>
          <a:cs typeface="Trebuchet MS"/>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Trebuchet MS"/>
          <a:ea typeface="Trebuchet MS"/>
          <a:cs typeface="Trebuchet MS"/>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0" d="100"/>
          <a:sy n="50" d="100"/>
        </p:scale>
        <p:origin x="48" y="5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font" Target="fonts/font10.fntdata"/><Relationship Id="rId55" Type="http://schemas.openxmlformats.org/officeDocument/2006/relationships/font" Target="fonts/font15.fntdata"/><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1.fntdata"/><Relationship Id="rId54" Type="http://schemas.openxmlformats.org/officeDocument/2006/relationships/font" Target="fonts/font14.fntdata"/><Relationship Id="rId62" Type="http://schemas.openxmlformats.org/officeDocument/2006/relationships/font" Target="fonts/font2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font" Target="fonts/font5.fntdata"/><Relationship Id="rId53" Type="http://schemas.openxmlformats.org/officeDocument/2006/relationships/font" Target="fonts/font13.fntdata"/><Relationship Id="rId58" Type="http://schemas.openxmlformats.org/officeDocument/2006/relationships/font" Target="fonts/font18.fntdata"/><Relationship Id="rId66"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9.fntdata"/><Relationship Id="rId57" Type="http://schemas.openxmlformats.org/officeDocument/2006/relationships/font" Target="fonts/font17.fntdata"/><Relationship Id="rId61" Type="http://schemas.openxmlformats.org/officeDocument/2006/relationships/font" Target="fonts/font2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4.fntdata"/><Relationship Id="rId52" Type="http://schemas.openxmlformats.org/officeDocument/2006/relationships/font" Target="fonts/font12.fntdata"/><Relationship Id="rId60" Type="http://schemas.openxmlformats.org/officeDocument/2006/relationships/font" Target="fonts/font20.fntdata"/><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3.fntdata"/><Relationship Id="rId48" Type="http://schemas.openxmlformats.org/officeDocument/2006/relationships/font" Target="fonts/font8.fntdata"/><Relationship Id="rId56" Type="http://schemas.openxmlformats.org/officeDocument/2006/relationships/font" Target="fonts/font16.fntdata"/><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font" Target="fonts/font1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6.fntdata"/><Relationship Id="rId59" Type="http://schemas.openxmlformats.org/officeDocument/2006/relationships/font" Target="fonts/font1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1" name="Google Shape;14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7" name="Google Shape;14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3" name="Google Shape;15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5" name="Google Shape;16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0" name="Google Shape;170;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5" name="Google Shape;175;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0" name="Google Shape;180;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5" name="Google Shape;18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1" name="Google Shape;191;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7" name="Google Shape;197;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3" name="Google Shape;203;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9" name="Google Shape;209;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5" name="Google Shape;21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1" name="Google Shape;221;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6" name="Google Shape;226;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2" name="Google Shape;232;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9" name="Google Shape;239;p1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5" name="Google Shape;245;p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1" name="Google Shape;251;p2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7" name="Google Shape;257;p2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3" name="Google Shape;263;p2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9" name="Google Shape;269;p2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5" name="Google Shape;275;p2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1" name="Google Shape;281;p2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7" name="Google Shape;287;p2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3" name="Google Shape;293;p2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9" name="Google Shape;299;p2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1" name="Google Shape;311;p3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6" name="Google Shape;316;p3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1" name="Google Shape;321;p3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6" name="Google Shape;326;p3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2" name="Google Shape;332;p3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8" name="Google Shape;338;p3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4" name="Google Shape;344;p3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p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0" name="Google Shape;350;p3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8" name="Google Shape;358;p3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Diapositiva de título" type="title">
  <p:cSld name="TITLE">
    <p:spTree>
      <p:nvGrpSpPr>
        <p:cNvPr id="1" name="Shape 22"/>
        <p:cNvGrpSpPr/>
        <p:nvPr/>
      </p:nvGrpSpPr>
      <p:grpSpPr>
        <a:xfrm>
          <a:off x="0" y="0"/>
          <a:ext cx="0" cy="0"/>
          <a:chOff x="0" y="0"/>
          <a:chExt cx="0" cy="0"/>
        </a:xfrm>
      </p:grpSpPr>
      <p:grpSp>
        <p:nvGrpSpPr>
          <p:cNvPr id="23" name="Google Shape;23;p2"/>
          <p:cNvGrpSpPr/>
          <p:nvPr/>
        </p:nvGrpSpPr>
        <p:grpSpPr>
          <a:xfrm>
            <a:off x="0" y="-8467"/>
            <a:ext cx="12192000" cy="6866467"/>
            <a:chOff x="0" y="-8467"/>
            <a:chExt cx="12192000" cy="6866467"/>
          </a:xfrm>
        </p:grpSpPr>
        <p:cxnSp>
          <p:nvCxnSpPr>
            <p:cNvPr id="24" name="Google Shape;24;p2"/>
            <p:cNvCxnSpPr/>
            <p:nvPr/>
          </p:nvCxnSpPr>
          <p:spPr>
            <a:xfrm>
              <a:off x="9371012" y="0"/>
              <a:ext cx="1219200" cy="6858000"/>
            </a:xfrm>
            <a:prstGeom prst="straightConnector1">
              <a:avLst/>
            </a:prstGeom>
            <a:noFill/>
            <a:ln w="9525" cap="flat" cmpd="sng">
              <a:solidFill>
                <a:srgbClr val="BFBFBF"/>
              </a:solidFill>
              <a:prstDash val="solid"/>
              <a:round/>
              <a:headEnd type="none" w="sm" len="sm"/>
              <a:tailEnd type="none" w="sm" len="sm"/>
            </a:ln>
          </p:spPr>
        </p:cxnSp>
        <p:cxnSp>
          <p:nvCxnSpPr>
            <p:cNvPr id="25" name="Google Shape;25;p2"/>
            <p:cNvCxnSpPr/>
            <p:nvPr/>
          </p:nvCxnSpPr>
          <p:spPr>
            <a:xfrm flipH="1">
              <a:off x="7425267" y="3681413"/>
              <a:ext cx="4763558" cy="3176587"/>
            </a:xfrm>
            <a:prstGeom prst="straightConnector1">
              <a:avLst/>
            </a:prstGeom>
            <a:noFill/>
            <a:ln w="9525" cap="flat" cmpd="sng">
              <a:solidFill>
                <a:srgbClr val="D8D8D8"/>
              </a:solidFill>
              <a:prstDash val="solid"/>
              <a:round/>
              <a:headEnd type="none" w="sm" len="sm"/>
              <a:tailEnd type="none" w="sm" len="sm"/>
            </a:ln>
          </p:spPr>
        </p:cxnSp>
        <p:sp>
          <p:nvSpPr>
            <p:cNvPr id="26" name="Google Shape;26;p2"/>
            <p:cNvSpPr/>
            <p:nvPr/>
          </p:nvSpPr>
          <p:spPr>
            <a:xfrm>
              <a:off x="9181476" y="-8467"/>
              <a:ext cx="3007349" cy="6866467"/>
            </a:xfrm>
            <a:custGeom>
              <a:avLst/>
              <a:gdLst/>
              <a:ahLst/>
              <a:cxnLst/>
              <a:rect l="l" t="t" r="r" b="b"/>
              <a:pathLst>
                <a:path w="3007349" h="6866467" extrusionOk="0">
                  <a:moveTo>
                    <a:pt x="2045532" y="0"/>
                  </a:moveTo>
                  <a:lnTo>
                    <a:pt x="3007349" y="0"/>
                  </a:lnTo>
                  <a:lnTo>
                    <a:pt x="3007349" y="6866467"/>
                  </a:lnTo>
                  <a:lnTo>
                    <a:pt x="0" y="6866467"/>
                  </a:lnTo>
                  <a:lnTo>
                    <a:pt x="2045532" y="0"/>
                  </a:lnTo>
                  <a:close/>
                </a:path>
              </a:pathLst>
            </a:custGeom>
            <a:solidFill>
              <a:schemeClr val="accent1">
                <a:alpha val="29803"/>
              </a:schemeClr>
            </a:solidFill>
            <a:ln>
              <a:noFill/>
            </a:ln>
          </p:spPr>
        </p:sp>
        <p:sp>
          <p:nvSpPr>
            <p:cNvPr id="27" name="Google Shape;27;p2"/>
            <p:cNvSpPr/>
            <p:nvPr/>
          </p:nvSpPr>
          <p:spPr>
            <a:xfrm>
              <a:off x="9603442" y="-8467"/>
              <a:ext cx="2588558" cy="6866467"/>
            </a:xfrm>
            <a:custGeom>
              <a:avLst/>
              <a:gdLst/>
              <a:ahLst/>
              <a:cxnLst/>
              <a:rect l="l" t="t" r="r" b="b"/>
              <a:pathLst>
                <a:path w="2573311" h="6866467" extrusionOk="0">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28" name="Google Shape;28;p2"/>
            <p:cNvSpPr/>
            <p:nvPr/>
          </p:nvSpPr>
          <p:spPr>
            <a:xfrm>
              <a:off x="8932333" y="3048000"/>
              <a:ext cx="3259667" cy="3810000"/>
            </a:xfrm>
            <a:prstGeom prst="triangle">
              <a:avLst>
                <a:gd name="adj" fmla="val 100000"/>
              </a:avLst>
            </a:prstGeom>
            <a:solidFill>
              <a:schemeClr val="accent2">
                <a:alpha val="71764"/>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9334500" y="-8467"/>
              <a:ext cx="2854326" cy="6866467"/>
            </a:xfrm>
            <a:custGeom>
              <a:avLst/>
              <a:gdLst/>
              <a:ahLst/>
              <a:cxnLst/>
              <a:rect l="l" t="t" r="r" b="b"/>
              <a:pathLst>
                <a:path w="2858013" h="6866467" extrusionOk="0">
                  <a:moveTo>
                    <a:pt x="0" y="0"/>
                  </a:moveTo>
                  <a:lnTo>
                    <a:pt x="2858013" y="0"/>
                  </a:lnTo>
                  <a:lnTo>
                    <a:pt x="2858013" y="6866467"/>
                  </a:lnTo>
                  <a:lnTo>
                    <a:pt x="2473942" y="6866467"/>
                  </a:lnTo>
                  <a:lnTo>
                    <a:pt x="0" y="0"/>
                  </a:lnTo>
                  <a:close/>
                </a:path>
              </a:pathLst>
            </a:custGeom>
            <a:solidFill>
              <a:srgbClr val="3F7818">
                <a:alpha val="69803"/>
              </a:srgbClr>
            </a:solidFill>
            <a:ln>
              <a:noFill/>
            </a:ln>
          </p:spPr>
        </p:sp>
        <p:sp>
          <p:nvSpPr>
            <p:cNvPr id="30" name="Google Shape;30;p2"/>
            <p:cNvSpPr/>
            <p:nvPr/>
          </p:nvSpPr>
          <p:spPr>
            <a:xfrm>
              <a:off x="10898730" y="-8467"/>
              <a:ext cx="1290094" cy="6866467"/>
            </a:xfrm>
            <a:custGeom>
              <a:avLst/>
              <a:gdLst/>
              <a:ahLst/>
              <a:cxnLst/>
              <a:rect l="l" t="t" r="r" b="b"/>
              <a:pathLst>
                <a:path w="1290094" h="6858000" extrusionOk="0">
                  <a:moveTo>
                    <a:pt x="1019735" y="0"/>
                  </a:moveTo>
                  <a:lnTo>
                    <a:pt x="1290094" y="0"/>
                  </a:lnTo>
                  <a:lnTo>
                    <a:pt x="1290094" y="6858000"/>
                  </a:lnTo>
                  <a:lnTo>
                    <a:pt x="0" y="6858000"/>
                  </a:lnTo>
                  <a:lnTo>
                    <a:pt x="1019735" y="0"/>
                  </a:lnTo>
                  <a:close/>
                </a:path>
              </a:pathLst>
            </a:custGeom>
            <a:solidFill>
              <a:srgbClr val="BFE471">
                <a:alpha val="69803"/>
              </a:srgbClr>
            </a:solidFill>
            <a:ln>
              <a:noFill/>
            </a:ln>
          </p:spPr>
        </p:sp>
        <p:sp>
          <p:nvSpPr>
            <p:cNvPr id="31" name="Google Shape;31;p2"/>
            <p:cNvSpPr/>
            <p:nvPr/>
          </p:nvSpPr>
          <p:spPr>
            <a:xfrm>
              <a:off x="10938999" y="-8467"/>
              <a:ext cx="1249825" cy="6866467"/>
            </a:xfrm>
            <a:custGeom>
              <a:avLst/>
              <a:gdLst/>
              <a:ahLst/>
              <a:cxnLst/>
              <a:rect l="l" t="t" r="r" b="b"/>
              <a:pathLst>
                <a:path w="1249825" h="6858000" extrusionOk="0">
                  <a:moveTo>
                    <a:pt x="0" y="0"/>
                  </a:moveTo>
                  <a:lnTo>
                    <a:pt x="1249825" y="0"/>
                  </a:lnTo>
                  <a:lnTo>
                    <a:pt x="1249825" y="6858000"/>
                  </a:lnTo>
                  <a:lnTo>
                    <a:pt x="1109382" y="6858000"/>
                  </a:lnTo>
                  <a:lnTo>
                    <a:pt x="0" y="0"/>
                  </a:lnTo>
                  <a:close/>
                </a:path>
              </a:pathLst>
            </a:custGeom>
            <a:solidFill>
              <a:schemeClr val="accent1">
                <a:alpha val="64705"/>
              </a:schemeClr>
            </a:solidFill>
            <a:ln>
              <a:noFill/>
            </a:ln>
          </p:spPr>
        </p:sp>
        <p:sp>
          <p:nvSpPr>
            <p:cNvPr id="32" name="Google Shape;32;p2"/>
            <p:cNvSpPr/>
            <p:nvPr/>
          </p:nvSpPr>
          <p:spPr>
            <a:xfrm>
              <a:off x="10371666" y="3589867"/>
              <a:ext cx="1817159" cy="3268133"/>
            </a:xfrm>
            <a:prstGeom prst="triangle">
              <a:avLst>
                <a:gd name="adj" fmla="val 100000"/>
              </a:avLst>
            </a:prstGeom>
            <a:solidFill>
              <a:schemeClr val="accent1">
                <a:alpha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rot="10800000">
              <a:off x="0" y="0"/>
              <a:ext cx="842596" cy="5666154"/>
            </a:xfrm>
            <a:prstGeom prst="triangle">
              <a:avLst>
                <a:gd name="adj" fmla="val 100000"/>
              </a:avLst>
            </a:prstGeom>
            <a:solidFill>
              <a:schemeClr val="accent1">
                <a:alpha val="84705"/>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 name="Google Shape;34;p2"/>
          <p:cNvSpPr txBox="1">
            <a:spLocks noGrp="1"/>
          </p:cNvSpPr>
          <p:nvPr>
            <p:ph type="ctrTitle"/>
          </p:nvPr>
        </p:nvSpPr>
        <p:spPr>
          <a:xfrm>
            <a:off x="1507067" y="2404534"/>
            <a:ext cx="7766936" cy="1646302"/>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Clr>
                <a:schemeClr val="accent1"/>
              </a:buClr>
              <a:buSzPts val="5400"/>
              <a:buFont typeface="Trebuchet MS"/>
              <a:buNone/>
              <a:defRPr sz="54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
          <p:cNvSpPr txBox="1">
            <a:spLocks noGrp="1"/>
          </p:cNvSpPr>
          <p:nvPr>
            <p:ph type="subTitle" idx="1"/>
          </p:nvPr>
        </p:nvSpPr>
        <p:spPr>
          <a:xfrm>
            <a:off x="1507067" y="4050833"/>
            <a:ext cx="7766936" cy="1096899"/>
          </a:xfrm>
          <a:prstGeom prst="rect">
            <a:avLst/>
          </a:prstGeom>
          <a:noFill/>
          <a:ln>
            <a:noFill/>
          </a:ln>
        </p:spPr>
        <p:txBody>
          <a:bodyPr spcFirstLastPara="1" wrap="square" lIns="91425" tIns="45700" rIns="91425" bIns="45700" anchor="t" anchorCtr="0">
            <a:normAutofit/>
          </a:bodyPr>
          <a:lstStyle>
            <a:lvl1pPr lvl="0" algn="r">
              <a:spcBef>
                <a:spcPts val="1000"/>
              </a:spcBef>
              <a:spcAft>
                <a:spcPts val="0"/>
              </a:spcAft>
              <a:buSzPts val="1440"/>
              <a:buNone/>
              <a:defRPr>
                <a:solidFill>
                  <a:srgbClr val="7F7F7F"/>
                </a:solidFill>
              </a:defRPr>
            </a:lvl1pPr>
            <a:lvl2pPr lvl="1" algn="ctr">
              <a:spcBef>
                <a:spcPts val="1000"/>
              </a:spcBef>
              <a:spcAft>
                <a:spcPts val="0"/>
              </a:spcAft>
              <a:buSzPts val="1280"/>
              <a:buNone/>
              <a:defRPr>
                <a:solidFill>
                  <a:srgbClr val="888888"/>
                </a:solidFill>
              </a:defRPr>
            </a:lvl2pPr>
            <a:lvl3pPr lvl="2" algn="ctr">
              <a:spcBef>
                <a:spcPts val="1000"/>
              </a:spcBef>
              <a:spcAft>
                <a:spcPts val="0"/>
              </a:spcAft>
              <a:buSzPts val="1120"/>
              <a:buNone/>
              <a:defRPr>
                <a:solidFill>
                  <a:srgbClr val="888888"/>
                </a:solidFill>
              </a:defRPr>
            </a:lvl3pPr>
            <a:lvl4pPr lvl="3" algn="ctr">
              <a:spcBef>
                <a:spcPts val="1000"/>
              </a:spcBef>
              <a:spcAft>
                <a:spcPts val="0"/>
              </a:spcAft>
              <a:buSzPts val="960"/>
              <a:buNone/>
              <a:defRPr>
                <a:solidFill>
                  <a:srgbClr val="888888"/>
                </a:solidFill>
              </a:defRPr>
            </a:lvl4pPr>
            <a:lvl5pPr lvl="4" algn="ctr">
              <a:spcBef>
                <a:spcPts val="1000"/>
              </a:spcBef>
              <a:spcAft>
                <a:spcPts val="0"/>
              </a:spcAft>
              <a:buSzPts val="960"/>
              <a:buNone/>
              <a:defRPr>
                <a:solidFill>
                  <a:srgbClr val="888888"/>
                </a:solidFill>
              </a:defRPr>
            </a:lvl5pPr>
            <a:lvl6pPr lvl="5" algn="ctr">
              <a:spcBef>
                <a:spcPts val="1000"/>
              </a:spcBef>
              <a:spcAft>
                <a:spcPts val="0"/>
              </a:spcAft>
              <a:buSzPts val="960"/>
              <a:buNone/>
              <a:defRPr>
                <a:solidFill>
                  <a:srgbClr val="888888"/>
                </a:solidFill>
              </a:defRPr>
            </a:lvl6pPr>
            <a:lvl7pPr lvl="6" algn="ctr">
              <a:spcBef>
                <a:spcPts val="1000"/>
              </a:spcBef>
              <a:spcAft>
                <a:spcPts val="0"/>
              </a:spcAft>
              <a:buSzPts val="960"/>
              <a:buNone/>
              <a:defRPr>
                <a:solidFill>
                  <a:srgbClr val="888888"/>
                </a:solidFill>
              </a:defRPr>
            </a:lvl7pPr>
            <a:lvl8pPr lvl="7" algn="ctr">
              <a:spcBef>
                <a:spcPts val="1000"/>
              </a:spcBef>
              <a:spcAft>
                <a:spcPts val="0"/>
              </a:spcAft>
              <a:buSzPts val="960"/>
              <a:buNone/>
              <a:defRPr>
                <a:solidFill>
                  <a:srgbClr val="888888"/>
                </a:solidFill>
              </a:defRPr>
            </a:lvl8pPr>
            <a:lvl9pPr lvl="8" algn="ctr">
              <a:spcBef>
                <a:spcPts val="1000"/>
              </a:spcBef>
              <a:spcAft>
                <a:spcPts val="0"/>
              </a:spcAft>
              <a:buSzPts val="960"/>
              <a:buNone/>
              <a:defRPr>
                <a:solidFill>
                  <a:srgbClr val="888888"/>
                </a:solidFill>
              </a:defRPr>
            </a:lvl9pPr>
          </a:lstStyle>
          <a:p>
            <a:endParaRPr/>
          </a:p>
        </p:txBody>
      </p:sp>
      <p:sp>
        <p:nvSpPr>
          <p:cNvPr id="36" name="Google Shape;36;p2"/>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2"/>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PE"/>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39"/>
        <p:cNvGrpSpPr/>
        <p:nvPr/>
      </p:nvGrpSpPr>
      <p:grpSpPr>
        <a:xfrm>
          <a:off x="0" y="0"/>
          <a:ext cx="0" cy="0"/>
          <a:chOff x="0" y="0"/>
          <a:chExt cx="0" cy="0"/>
        </a:xfrm>
      </p:grpSpPr>
      <p:sp>
        <p:nvSpPr>
          <p:cNvPr id="40" name="Google Shape;40;p3"/>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3600"/>
              <a:buFont typeface="Trebuchet MS"/>
              <a:buNone/>
              <a:defRPr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3"/>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42" name="Google Shape;42;p3"/>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3"/>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3"/>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PE"/>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45"/>
        <p:cNvGrpSpPr/>
        <p:nvPr/>
      </p:nvGrpSpPr>
      <p:grpSpPr>
        <a:xfrm>
          <a:off x="0" y="0"/>
          <a:ext cx="0" cy="0"/>
          <a:chOff x="0" y="0"/>
          <a:chExt cx="0" cy="0"/>
        </a:xfrm>
      </p:grpSpPr>
      <p:sp>
        <p:nvSpPr>
          <p:cNvPr id="46" name="Google Shape;46;p4"/>
          <p:cNvSpPr txBox="1">
            <a:spLocks noGrp="1"/>
          </p:cNvSpPr>
          <p:nvPr>
            <p:ph type="title"/>
          </p:nvPr>
        </p:nvSpPr>
        <p:spPr>
          <a:xfrm>
            <a:off x="677335" y="2700867"/>
            <a:ext cx="8596668" cy="1826581"/>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4000"/>
              <a:buFont typeface="Trebuchet MS"/>
              <a:buNone/>
              <a:defRPr sz="40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4"/>
          <p:cNvSpPr txBox="1">
            <a:spLocks noGrp="1"/>
          </p:cNvSpPr>
          <p:nvPr>
            <p:ph type="body" idx="1"/>
          </p:nvPr>
        </p:nvSpPr>
        <p:spPr>
          <a:xfrm>
            <a:off x="677335" y="4527448"/>
            <a:ext cx="8596668" cy="8604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600"/>
              <a:buNone/>
              <a:defRPr sz="2000">
                <a:solidFill>
                  <a:srgbClr val="7F7F7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48" name="Google Shape;48;p4"/>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4"/>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4"/>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PE"/>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51"/>
        <p:cNvGrpSpPr/>
        <p:nvPr/>
      </p:nvGrpSpPr>
      <p:grpSpPr>
        <a:xfrm>
          <a:off x="0" y="0"/>
          <a:ext cx="0" cy="0"/>
          <a:chOff x="0" y="0"/>
          <a:chExt cx="0" cy="0"/>
        </a:xfrm>
      </p:grpSpPr>
      <p:sp>
        <p:nvSpPr>
          <p:cNvPr id="52" name="Google Shape;52;p5"/>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5"/>
          <p:cNvSpPr txBox="1">
            <a:spLocks noGrp="1"/>
          </p:cNvSpPr>
          <p:nvPr>
            <p:ph type="body" idx="1"/>
          </p:nvPr>
        </p:nvSpPr>
        <p:spPr>
          <a:xfrm>
            <a:off x="677334" y="2160589"/>
            <a:ext cx="4184035" cy="3880772"/>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54" name="Google Shape;54;p5"/>
          <p:cNvSpPr txBox="1">
            <a:spLocks noGrp="1"/>
          </p:cNvSpPr>
          <p:nvPr>
            <p:ph type="body" idx="2"/>
          </p:nvPr>
        </p:nvSpPr>
        <p:spPr>
          <a:xfrm>
            <a:off x="5089970" y="2160589"/>
            <a:ext cx="4184034" cy="3880773"/>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55" name="Google Shape;55;p5"/>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5"/>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5"/>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PE"/>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58"/>
        <p:cNvGrpSpPr/>
        <p:nvPr/>
      </p:nvGrpSpPr>
      <p:grpSpPr>
        <a:xfrm>
          <a:off x="0" y="0"/>
          <a:ext cx="0" cy="0"/>
          <a:chOff x="0" y="0"/>
          <a:chExt cx="0" cy="0"/>
        </a:xfrm>
      </p:grpSpPr>
      <p:sp>
        <p:nvSpPr>
          <p:cNvPr id="59" name="Google Shape;59;p6"/>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3600"/>
              <a:buFont typeface="Trebuchet MS"/>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6"/>
          <p:cNvSpPr txBox="1">
            <a:spLocks noGrp="1"/>
          </p:cNvSpPr>
          <p:nvPr>
            <p:ph type="body" idx="1"/>
          </p:nvPr>
        </p:nvSpPr>
        <p:spPr>
          <a:xfrm>
            <a:off x="675745" y="2160983"/>
            <a:ext cx="4185623"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61" name="Google Shape;61;p6"/>
          <p:cNvSpPr txBox="1">
            <a:spLocks noGrp="1"/>
          </p:cNvSpPr>
          <p:nvPr>
            <p:ph type="body" idx="2"/>
          </p:nvPr>
        </p:nvSpPr>
        <p:spPr>
          <a:xfrm>
            <a:off x="675745" y="2737245"/>
            <a:ext cx="4185623" cy="3304117"/>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62" name="Google Shape;62;p6"/>
          <p:cNvSpPr txBox="1">
            <a:spLocks noGrp="1"/>
          </p:cNvSpPr>
          <p:nvPr>
            <p:ph type="body" idx="3"/>
          </p:nvPr>
        </p:nvSpPr>
        <p:spPr>
          <a:xfrm>
            <a:off x="5088383" y="2160983"/>
            <a:ext cx="4185618"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63" name="Google Shape;63;p6"/>
          <p:cNvSpPr txBox="1">
            <a:spLocks noGrp="1"/>
          </p:cNvSpPr>
          <p:nvPr>
            <p:ph type="body" idx="4"/>
          </p:nvPr>
        </p:nvSpPr>
        <p:spPr>
          <a:xfrm>
            <a:off x="5088384" y="2737245"/>
            <a:ext cx="4185617" cy="3304117"/>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64" name="Google Shape;64;p6"/>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6"/>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6"/>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PE"/>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67"/>
        <p:cNvGrpSpPr/>
        <p:nvPr/>
      </p:nvGrpSpPr>
      <p:grpSpPr>
        <a:xfrm>
          <a:off x="0" y="0"/>
          <a:ext cx="0" cy="0"/>
          <a:chOff x="0" y="0"/>
          <a:chExt cx="0" cy="0"/>
        </a:xfrm>
      </p:grpSpPr>
      <p:sp>
        <p:nvSpPr>
          <p:cNvPr id="68" name="Google Shape;68;p7"/>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7"/>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7"/>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7"/>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PE"/>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72"/>
        <p:cNvGrpSpPr/>
        <p:nvPr/>
      </p:nvGrpSpPr>
      <p:grpSpPr>
        <a:xfrm>
          <a:off x="0" y="0"/>
          <a:ext cx="0" cy="0"/>
          <a:chOff x="0" y="0"/>
          <a:chExt cx="0" cy="0"/>
        </a:xfrm>
      </p:grpSpPr>
      <p:sp>
        <p:nvSpPr>
          <p:cNvPr id="73" name="Google Shape;73;p8"/>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8"/>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8"/>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PE"/>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76"/>
        <p:cNvGrpSpPr/>
        <p:nvPr/>
      </p:nvGrpSpPr>
      <p:grpSpPr>
        <a:xfrm>
          <a:off x="0" y="0"/>
          <a:ext cx="0" cy="0"/>
          <a:chOff x="0" y="0"/>
          <a:chExt cx="0" cy="0"/>
        </a:xfrm>
      </p:grpSpPr>
      <p:sp>
        <p:nvSpPr>
          <p:cNvPr id="77" name="Google Shape;77;p9"/>
          <p:cNvSpPr txBox="1">
            <a:spLocks noGrp="1"/>
          </p:cNvSpPr>
          <p:nvPr>
            <p:ph type="title"/>
          </p:nvPr>
        </p:nvSpPr>
        <p:spPr>
          <a:xfrm>
            <a:off x="677334" y="1498604"/>
            <a:ext cx="3854528" cy="1278466"/>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2000"/>
              <a:buFont typeface="Trebuchet MS"/>
              <a:buNone/>
              <a:defRPr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9"/>
          <p:cNvSpPr txBox="1">
            <a:spLocks noGrp="1"/>
          </p:cNvSpPr>
          <p:nvPr>
            <p:ph type="body" idx="1"/>
          </p:nvPr>
        </p:nvSpPr>
        <p:spPr>
          <a:xfrm>
            <a:off x="4760461" y="514924"/>
            <a:ext cx="4513541" cy="5526437"/>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79" name="Google Shape;79;p9"/>
          <p:cNvSpPr txBox="1">
            <a:spLocks noGrp="1"/>
          </p:cNvSpPr>
          <p:nvPr>
            <p:ph type="body" idx="2"/>
          </p:nvPr>
        </p:nvSpPr>
        <p:spPr>
          <a:xfrm>
            <a:off x="677334" y="2777069"/>
            <a:ext cx="3854528" cy="2584449"/>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1120"/>
              <a:buNone/>
              <a:defRPr sz="1400"/>
            </a:lvl2pPr>
            <a:lvl3pPr marL="1371600" lvl="2" indent="-228600" algn="l">
              <a:spcBef>
                <a:spcPts val="1000"/>
              </a:spcBef>
              <a:spcAft>
                <a:spcPts val="0"/>
              </a:spcAft>
              <a:buSzPts val="960"/>
              <a:buNone/>
              <a:defRPr sz="1200"/>
            </a:lvl3pPr>
            <a:lvl4pPr marL="1828800" lvl="3" indent="-228600" algn="l">
              <a:spcBef>
                <a:spcPts val="1000"/>
              </a:spcBef>
              <a:spcAft>
                <a:spcPts val="0"/>
              </a:spcAft>
              <a:buSzPts val="800"/>
              <a:buNone/>
              <a:defRPr sz="1000"/>
            </a:lvl4pPr>
            <a:lvl5pPr marL="2286000" lvl="4" indent="-228600" algn="l">
              <a:spcBef>
                <a:spcPts val="1000"/>
              </a:spcBef>
              <a:spcAft>
                <a:spcPts val="0"/>
              </a:spcAft>
              <a:buSzPts val="800"/>
              <a:buNone/>
              <a:defRPr sz="1000"/>
            </a:lvl5pPr>
            <a:lvl6pPr marL="2743200" lvl="5" indent="-228600" algn="l">
              <a:spcBef>
                <a:spcPts val="1000"/>
              </a:spcBef>
              <a:spcAft>
                <a:spcPts val="0"/>
              </a:spcAft>
              <a:buSzPts val="800"/>
              <a:buNone/>
              <a:defRPr sz="1000"/>
            </a:lvl6pPr>
            <a:lvl7pPr marL="3200400" lvl="6" indent="-228600" algn="l">
              <a:spcBef>
                <a:spcPts val="1000"/>
              </a:spcBef>
              <a:spcAft>
                <a:spcPts val="0"/>
              </a:spcAft>
              <a:buSzPts val="800"/>
              <a:buNone/>
              <a:defRPr sz="1000"/>
            </a:lvl7pPr>
            <a:lvl8pPr marL="3657600" lvl="7" indent="-228600" algn="l">
              <a:spcBef>
                <a:spcPts val="1000"/>
              </a:spcBef>
              <a:spcAft>
                <a:spcPts val="0"/>
              </a:spcAft>
              <a:buSzPts val="800"/>
              <a:buNone/>
              <a:defRPr sz="1000"/>
            </a:lvl8pPr>
            <a:lvl9pPr marL="4114800" lvl="8" indent="-228600" algn="l">
              <a:spcBef>
                <a:spcPts val="1000"/>
              </a:spcBef>
              <a:spcAft>
                <a:spcPts val="0"/>
              </a:spcAft>
              <a:buSzPts val="800"/>
              <a:buNone/>
              <a:defRPr sz="1000"/>
            </a:lvl9pPr>
          </a:lstStyle>
          <a:p>
            <a:endParaRPr/>
          </a:p>
        </p:txBody>
      </p:sp>
      <p:sp>
        <p:nvSpPr>
          <p:cNvPr id="80" name="Google Shape;80;p9"/>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9"/>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9"/>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PE"/>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83"/>
        <p:cNvGrpSpPr/>
        <p:nvPr/>
      </p:nvGrpSpPr>
      <p:grpSpPr>
        <a:xfrm>
          <a:off x="0" y="0"/>
          <a:ext cx="0" cy="0"/>
          <a:chOff x="0" y="0"/>
          <a:chExt cx="0" cy="0"/>
        </a:xfrm>
      </p:grpSpPr>
      <p:sp>
        <p:nvSpPr>
          <p:cNvPr id="84" name="Google Shape;84;p10"/>
          <p:cNvSpPr txBox="1">
            <a:spLocks noGrp="1"/>
          </p:cNvSpPr>
          <p:nvPr>
            <p:ph type="title"/>
          </p:nvPr>
        </p:nvSpPr>
        <p:spPr>
          <a:xfrm>
            <a:off x="677334" y="4800600"/>
            <a:ext cx="8596667"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2400"/>
              <a:buFont typeface="Trebuchet MS"/>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0"/>
          <p:cNvSpPr>
            <a:spLocks noGrp="1"/>
          </p:cNvSpPr>
          <p:nvPr>
            <p:ph type="pic" idx="2"/>
          </p:nvPr>
        </p:nvSpPr>
        <p:spPr>
          <a:xfrm>
            <a:off x="677334" y="609600"/>
            <a:ext cx="8596668" cy="3845718"/>
          </a:xfrm>
          <a:prstGeom prst="rect">
            <a:avLst/>
          </a:prstGeom>
          <a:noFill/>
          <a:ln>
            <a:noFill/>
          </a:ln>
        </p:spPr>
      </p:sp>
      <p:sp>
        <p:nvSpPr>
          <p:cNvPr id="86" name="Google Shape;86;p10"/>
          <p:cNvSpPr txBox="1">
            <a:spLocks noGrp="1"/>
          </p:cNvSpPr>
          <p:nvPr>
            <p:ph type="body" idx="1"/>
          </p:nvPr>
        </p:nvSpPr>
        <p:spPr>
          <a:xfrm>
            <a:off x="677334" y="5367338"/>
            <a:ext cx="8596667" cy="67402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960"/>
              <a:buNone/>
              <a:defRPr sz="12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87" name="Google Shape;87;p10"/>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10"/>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10"/>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PE"/>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descripción">
  <p:cSld name="Título y descripción">
    <p:spTree>
      <p:nvGrpSpPr>
        <p:cNvPr id="1" name="Shape 90"/>
        <p:cNvGrpSpPr/>
        <p:nvPr/>
      </p:nvGrpSpPr>
      <p:grpSpPr>
        <a:xfrm>
          <a:off x="0" y="0"/>
          <a:ext cx="0" cy="0"/>
          <a:chOff x="0" y="0"/>
          <a:chExt cx="0" cy="0"/>
        </a:xfrm>
      </p:grpSpPr>
      <p:sp>
        <p:nvSpPr>
          <p:cNvPr id="91" name="Google Shape;91;p11"/>
          <p:cNvSpPr txBox="1">
            <a:spLocks noGrp="1"/>
          </p:cNvSpPr>
          <p:nvPr>
            <p:ph type="title"/>
          </p:nvPr>
        </p:nvSpPr>
        <p:spPr>
          <a:xfrm>
            <a:off x="677335" y="609600"/>
            <a:ext cx="8596668" cy="3403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1"/>
          <p:cNvSpPr txBox="1">
            <a:spLocks noGrp="1"/>
          </p:cNvSpPr>
          <p:nvPr>
            <p:ph type="body" idx="1"/>
          </p:nvPr>
        </p:nvSpPr>
        <p:spPr>
          <a:xfrm>
            <a:off x="677335" y="4470400"/>
            <a:ext cx="8596668" cy="1570962"/>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440"/>
              <a:buNone/>
              <a:defRPr sz="1800">
                <a:solidFill>
                  <a:srgbClr val="3F3F3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93" name="Google Shape;93;p11"/>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11"/>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1"/>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PE"/>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ita con descripción">
  <p:cSld name="Cita con descripción">
    <p:spTree>
      <p:nvGrpSpPr>
        <p:cNvPr id="1" name="Shape 96"/>
        <p:cNvGrpSpPr/>
        <p:nvPr/>
      </p:nvGrpSpPr>
      <p:grpSpPr>
        <a:xfrm>
          <a:off x="0" y="0"/>
          <a:ext cx="0" cy="0"/>
          <a:chOff x="0" y="0"/>
          <a:chExt cx="0" cy="0"/>
        </a:xfrm>
      </p:grpSpPr>
      <p:sp>
        <p:nvSpPr>
          <p:cNvPr id="97" name="Google Shape;97;p12"/>
          <p:cNvSpPr txBox="1">
            <a:spLocks noGrp="1"/>
          </p:cNvSpPr>
          <p:nvPr>
            <p:ph type="title"/>
          </p:nvPr>
        </p:nvSpPr>
        <p:spPr>
          <a:xfrm>
            <a:off x="931334" y="609600"/>
            <a:ext cx="8094134" cy="3022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12"/>
          <p:cNvSpPr txBox="1">
            <a:spLocks noGrp="1"/>
          </p:cNvSpPr>
          <p:nvPr>
            <p:ph type="body" idx="1"/>
          </p:nvPr>
        </p:nvSpPr>
        <p:spPr>
          <a:xfrm>
            <a:off x="1366139" y="3632200"/>
            <a:ext cx="7224524" cy="381000"/>
          </a:xfrm>
          <a:prstGeom prst="rect">
            <a:avLst/>
          </a:prstGeom>
          <a:noFill/>
          <a:ln>
            <a:noFill/>
          </a:ln>
        </p:spPr>
        <p:txBody>
          <a:bodyPr spcFirstLastPara="1" wrap="square" lIns="91425" tIns="45700" rIns="91425" bIns="45700" anchor="ctr" anchorCtr="0">
            <a:noAutofit/>
          </a:bodyPr>
          <a:lstStyle>
            <a:lvl1pPr marL="457200" lvl="0" indent="-228600" algn="l">
              <a:spcBef>
                <a:spcPts val="1000"/>
              </a:spcBef>
              <a:spcAft>
                <a:spcPts val="0"/>
              </a:spcAft>
              <a:buSzPts val="1280"/>
              <a:buFont typeface="Trebuchet MS"/>
              <a:buNone/>
              <a:defRPr sz="1600">
                <a:solidFill>
                  <a:srgbClr val="7F7F7F"/>
                </a:solidFill>
              </a:defRPr>
            </a:lvl1pPr>
            <a:lvl2pPr marL="914400" lvl="1" indent="-228600" algn="l">
              <a:spcBef>
                <a:spcPts val="1000"/>
              </a:spcBef>
              <a:spcAft>
                <a:spcPts val="0"/>
              </a:spcAft>
              <a:buSzPts val="1280"/>
              <a:buFont typeface="Trebuchet MS"/>
              <a:buNone/>
              <a:defRPr/>
            </a:lvl2pPr>
            <a:lvl3pPr marL="1371600" lvl="2" indent="-228600" algn="l">
              <a:spcBef>
                <a:spcPts val="1000"/>
              </a:spcBef>
              <a:spcAft>
                <a:spcPts val="0"/>
              </a:spcAft>
              <a:buSzPts val="1120"/>
              <a:buFont typeface="Trebuchet MS"/>
              <a:buNone/>
              <a:defRPr/>
            </a:lvl3pPr>
            <a:lvl4pPr marL="1828800" lvl="3" indent="-228600" algn="l">
              <a:spcBef>
                <a:spcPts val="1000"/>
              </a:spcBef>
              <a:spcAft>
                <a:spcPts val="0"/>
              </a:spcAft>
              <a:buSzPts val="960"/>
              <a:buFont typeface="Trebuchet MS"/>
              <a:buNone/>
              <a:defRPr/>
            </a:lvl4pPr>
            <a:lvl5pPr marL="2286000" lvl="4" indent="-228600" algn="l">
              <a:spcBef>
                <a:spcPts val="1000"/>
              </a:spcBef>
              <a:spcAft>
                <a:spcPts val="0"/>
              </a:spcAft>
              <a:buSzPts val="960"/>
              <a:buFont typeface="Trebuchet MS"/>
              <a:buNone/>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99" name="Google Shape;99;p12"/>
          <p:cNvSpPr txBox="1">
            <a:spLocks noGrp="1"/>
          </p:cNvSpPr>
          <p:nvPr>
            <p:ph type="body" idx="2"/>
          </p:nvPr>
        </p:nvSpPr>
        <p:spPr>
          <a:xfrm>
            <a:off x="677335" y="4470400"/>
            <a:ext cx="8596668" cy="1570962"/>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440"/>
              <a:buNone/>
              <a:defRPr sz="1800">
                <a:solidFill>
                  <a:srgbClr val="3F3F3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00" name="Google Shape;100;p12"/>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12"/>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12"/>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PE"/>
              <a:t>‹Nº›</a:t>
            </a:fld>
            <a:endParaRPr/>
          </a:p>
        </p:txBody>
      </p:sp>
      <p:sp>
        <p:nvSpPr>
          <p:cNvPr id="103" name="Google Shape;103;p12"/>
          <p:cNvSpPr txBox="1"/>
          <p:nvPr/>
        </p:nvSpPr>
        <p:spPr>
          <a:xfrm>
            <a:off x="541870" y="790378"/>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s-PE" sz="8000">
                <a:solidFill>
                  <a:srgbClr val="BFE471"/>
                </a:solidFill>
                <a:latin typeface="Arial"/>
                <a:ea typeface="Arial"/>
                <a:cs typeface="Arial"/>
                <a:sym typeface="Arial"/>
              </a:rPr>
              <a:t>“</a:t>
            </a:r>
            <a:endParaRPr/>
          </a:p>
        </p:txBody>
      </p:sp>
      <p:sp>
        <p:nvSpPr>
          <p:cNvPr id="104" name="Google Shape;104;p12"/>
          <p:cNvSpPr txBox="1"/>
          <p:nvPr/>
        </p:nvSpPr>
        <p:spPr>
          <a:xfrm>
            <a:off x="8893011" y="2886556"/>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s-PE" sz="8000">
                <a:solidFill>
                  <a:srgbClr val="BFE471"/>
                </a:solidFill>
                <a:latin typeface="Arial"/>
                <a:ea typeface="Arial"/>
                <a:cs typeface="Arial"/>
                <a:sym typeface="Arial"/>
              </a:rPr>
              <a:t>”</a:t>
            </a:r>
            <a:endParaRPr sz="1800">
              <a:solidFill>
                <a:srgbClr val="BFE471"/>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rjeta de nombre">
  <p:cSld name="Tarjeta de nombre">
    <p:spTree>
      <p:nvGrpSpPr>
        <p:cNvPr id="1" name="Shape 105"/>
        <p:cNvGrpSpPr/>
        <p:nvPr/>
      </p:nvGrpSpPr>
      <p:grpSpPr>
        <a:xfrm>
          <a:off x="0" y="0"/>
          <a:ext cx="0" cy="0"/>
          <a:chOff x="0" y="0"/>
          <a:chExt cx="0" cy="0"/>
        </a:xfrm>
      </p:grpSpPr>
      <p:sp>
        <p:nvSpPr>
          <p:cNvPr id="106" name="Google Shape;106;p13"/>
          <p:cNvSpPr txBox="1">
            <a:spLocks noGrp="1"/>
          </p:cNvSpPr>
          <p:nvPr>
            <p:ph type="title"/>
          </p:nvPr>
        </p:nvSpPr>
        <p:spPr>
          <a:xfrm>
            <a:off x="677335" y="1931988"/>
            <a:ext cx="8596668" cy="259546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13"/>
          <p:cNvSpPr txBox="1">
            <a:spLocks noGrp="1"/>
          </p:cNvSpPr>
          <p:nvPr>
            <p:ph type="body" idx="1"/>
          </p:nvPr>
        </p:nvSpPr>
        <p:spPr>
          <a:xfrm>
            <a:off x="677335" y="4527448"/>
            <a:ext cx="8596668" cy="151391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40"/>
              <a:buNone/>
              <a:defRPr sz="1800">
                <a:solidFill>
                  <a:srgbClr val="3F3F3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08" name="Google Shape;108;p13"/>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9" name="Google Shape;109;p13"/>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0" name="Google Shape;110;p13"/>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PE"/>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itar la tarjeta de nombre">
  <p:cSld name="Citar la tarjeta de nombre">
    <p:spTree>
      <p:nvGrpSpPr>
        <p:cNvPr id="1" name="Shape 111"/>
        <p:cNvGrpSpPr/>
        <p:nvPr/>
      </p:nvGrpSpPr>
      <p:grpSpPr>
        <a:xfrm>
          <a:off x="0" y="0"/>
          <a:ext cx="0" cy="0"/>
          <a:chOff x="0" y="0"/>
          <a:chExt cx="0" cy="0"/>
        </a:xfrm>
      </p:grpSpPr>
      <p:sp>
        <p:nvSpPr>
          <p:cNvPr id="112" name="Google Shape;112;p14"/>
          <p:cNvSpPr txBox="1">
            <a:spLocks noGrp="1"/>
          </p:cNvSpPr>
          <p:nvPr>
            <p:ph type="title"/>
          </p:nvPr>
        </p:nvSpPr>
        <p:spPr>
          <a:xfrm>
            <a:off x="931334" y="609600"/>
            <a:ext cx="8094134" cy="3022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14"/>
          <p:cNvSpPr txBox="1">
            <a:spLocks noGrp="1"/>
          </p:cNvSpPr>
          <p:nvPr>
            <p:ph type="body" idx="1"/>
          </p:nvPr>
        </p:nvSpPr>
        <p:spPr>
          <a:xfrm>
            <a:off x="677332" y="4013200"/>
            <a:ext cx="8596669" cy="514248"/>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Font typeface="Trebuchet MS"/>
              <a:buNone/>
              <a:defRPr sz="2400">
                <a:solidFill>
                  <a:srgbClr val="3F3F3F"/>
                </a:solidFill>
              </a:defRPr>
            </a:lvl1pPr>
            <a:lvl2pPr marL="914400" lvl="1" indent="-228600" algn="l">
              <a:spcBef>
                <a:spcPts val="1000"/>
              </a:spcBef>
              <a:spcAft>
                <a:spcPts val="0"/>
              </a:spcAft>
              <a:buSzPts val="1280"/>
              <a:buFont typeface="Trebuchet MS"/>
              <a:buNone/>
              <a:defRPr/>
            </a:lvl2pPr>
            <a:lvl3pPr marL="1371600" lvl="2" indent="-228600" algn="l">
              <a:spcBef>
                <a:spcPts val="1000"/>
              </a:spcBef>
              <a:spcAft>
                <a:spcPts val="0"/>
              </a:spcAft>
              <a:buSzPts val="1120"/>
              <a:buFont typeface="Trebuchet MS"/>
              <a:buNone/>
              <a:defRPr/>
            </a:lvl3pPr>
            <a:lvl4pPr marL="1828800" lvl="3" indent="-228600" algn="l">
              <a:spcBef>
                <a:spcPts val="1000"/>
              </a:spcBef>
              <a:spcAft>
                <a:spcPts val="0"/>
              </a:spcAft>
              <a:buSzPts val="960"/>
              <a:buFont typeface="Trebuchet MS"/>
              <a:buNone/>
              <a:defRPr/>
            </a:lvl4pPr>
            <a:lvl5pPr marL="2286000" lvl="4" indent="-228600" algn="l">
              <a:spcBef>
                <a:spcPts val="1000"/>
              </a:spcBef>
              <a:spcAft>
                <a:spcPts val="0"/>
              </a:spcAft>
              <a:buSzPts val="960"/>
              <a:buFont typeface="Trebuchet MS"/>
              <a:buNone/>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14" name="Google Shape;114;p14"/>
          <p:cNvSpPr txBox="1">
            <a:spLocks noGrp="1"/>
          </p:cNvSpPr>
          <p:nvPr>
            <p:ph type="body" idx="2"/>
          </p:nvPr>
        </p:nvSpPr>
        <p:spPr>
          <a:xfrm>
            <a:off x="677335" y="4527448"/>
            <a:ext cx="8596668" cy="151391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40"/>
              <a:buNone/>
              <a:defRPr sz="1800">
                <a:solidFill>
                  <a:srgbClr val="7F7F7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15" name="Google Shape;115;p14"/>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6" name="Google Shape;116;p14"/>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14"/>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PE"/>
              <a:t>‹Nº›</a:t>
            </a:fld>
            <a:endParaRPr/>
          </a:p>
        </p:txBody>
      </p:sp>
      <p:sp>
        <p:nvSpPr>
          <p:cNvPr id="118" name="Google Shape;118;p14"/>
          <p:cNvSpPr txBox="1"/>
          <p:nvPr/>
        </p:nvSpPr>
        <p:spPr>
          <a:xfrm>
            <a:off x="541870" y="790378"/>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s-PE" sz="8000">
                <a:solidFill>
                  <a:srgbClr val="BFE471"/>
                </a:solidFill>
                <a:latin typeface="Arial"/>
                <a:ea typeface="Arial"/>
                <a:cs typeface="Arial"/>
                <a:sym typeface="Arial"/>
              </a:rPr>
              <a:t>“</a:t>
            </a:r>
            <a:endParaRPr/>
          </a:p>
        </p:txBody>
      </p:sp>
      <p:sp>
        <p:nvSpPr>
          <p:cNvPr id="119" name="Google Shape;119;p14"/>
          <p:cNvSpPr txBox="1"/>
          <p:nvPr/>
        </p:nvSpPr>
        <p:spPr>
          <a:xfrm>
            <a:off x="8893011" y="2886556"/>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s-PE" sz="8000">
                <a:solidFill>
                  <a:srgbClr val="BFE471"/>
                </a:solidFill>
                <a:latin typeface="Arial"/>
                <a:ea typeface="Arial"/>
                <a:cs typeface="Arial"/>
                <a:sym typeface="Arial"/>
              </a:rPr>
              <a:t>”</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Verdadero o falso">
  <p:cSld name="Verdadero o falso">
    <p:spTree>
      <p:nvGrpSpPr>
        <p:cNvPr id="1" name="Shape 120"/>
        <p:cNvGrpSpPr/>
        <p:nvPr/>
      </p:nvGrpSpPr>
      <p:grpSpPr>
        <a:xfrm>
          <a:off x="0" y="0"/>
          <a:ext cx="0" cy="0"/>
          <a:chOff x="0" y="0"/>
          <a:chExt cx="0" cy="0"/>
        </a:xfrm>
      </p:grpSpPr>
      <p:sp>
        <p:nvSpPr>
          <p:cNvPr id="121" name="Google Shape;121;p15"/>
          <p:cNvSpPr txBox="1">
            <a:spLocks noGrp="1"/>
          </p:cNvSpPr>
          <p:nvPr>
            <p:ph type="title"/>
          </p:nvPr>
        </p:nvSpPr>
        <p:spPr>
          <a:xfrm>
            <a:off x="685799" y="609600"/>
            <a:ext cx="8588203" cy="3022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 name="Google Shape;122;p15"/>
          <p:cNvSpPr txBox="1">
            <a:spLocks noGrp="1"/>
          </p:cNvSpPr>
          <p:nvPr>
            <p:ph type="body" idx="1"/>
          </p:nvPr>
        </p:nvSpPr>
        <p:spPr>
          <a:xfrm>
            <a:off x="677332" y="4013200"/>
            <a:ext cx="8596669" cy="514248"/>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Font typeface="Trebuchet MS"/>
              <a:buNone/>
              <a:defRPr sz="2400">
                <a:solidFill>
                  <a:schemeClr val="accent1"/>
                </a:solidFill>
              </a:defRPr>
            </a:lvl1pPr>
            <a:lvl2pPr marL="914400" lvl="1" indent="-228600" algn="l">
              <a:spcBef>
                <a:spcPts val="1000"/>
              </a:spcBef>
              <a:spcAft>
                <a:spcPts val="0"/>
              </a:spcAft>
              <a:buSzPts val="1280"/>
              <a:buFont typeface="Trebuchet MS"/>
              <a:buNone/>
              <a:defRPr/>
            </a:lvl2pPr>
            <a:lvl3pPr marL="1371600" lvl="2" indent="-228600" algn="l">
              <a:spcBef>
                <a:spcPts val="1000"/>
              </a:spcBef>
              <a:spcAft>
                <a:spcPts val="0"/>
              </a:spcAft>
              <a:buSzPts val="1120"/>
              <a:buFont typeface="Trebuchet MS"/>
              <a:buNone/>
              <a:defRPr/>
            </a:lvl3pPr>
            <a:lvl4pPr marL="1828800" lvl="3" indent="-228600" algn="l">
              <a:spcBef>
                <a:spcPts val="1000"/>
              </a:spcBef>
              <a:spcAft>
                <a:spcPts val="0"/>
              </a:spcAft>
              <a:buSzPts val="960"/>
              <a:buFont typeface="Trebuchet MS"/>
              <a:buNone/>
              <a:defRPr/>
            </a:lvl4pPr>
            <a:lvl5pPr marL="2286000" lvl="4" indent="-228600" algn="l">
              <a:spcBef>
                <a:spcPts val="1000"/>
              </a:spcBef>
              <a:spcAft>
                <a:spcPts val="0"/>
              </a:spcAft>
              <a:buSzPts val="960"/>
              <a:buFont typeface="Trebuchet MS"/>
              <a:buNone/>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23" name="Google Shape;123;p15"/>
          <p:cNvSpPr txBox="1">
            <a:spLocks noGrp="1"/>
          </p:cNvSpPr>
          <p:nvPr>
            <p:ph type="body" idx="2"/>
          </p:nvPr>
        </p:nvSpPr>
        <p:spPr>
          <a:xfrm>
            <a:off x="677335" y="4527448"/>
            <a:ext cx="8596668" cy="151391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40"/>
              <a:buNone/>
              <a:defRPr sz="1800">
                <a:solidFill>
                  <a:srgbClr val="7F7F7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24" name="Google Shape;124;p15"/>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5" name="Google Shape;125;p15"/>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6" name="Google Shape;126;p15"/>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PE"/>
              <a:t>‹Nº›</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127"/>
        <p:cNvGrpSpPr/>
        <p:nvPr/>
      </p:nvGrpSpPr>
      <p:grpSpPr>
        <a:xfrm>
          <a:off x="0" y="0"/>
          <a:ext cx="0" cy="0"/>
          <a:chOff x="0" y="0"/>
          <a:chExt cx="0" cy="0"/>
        </a:xfrm>
      </p:grpSpPr>
      <p:sp>
        <p:nvSpPr>
          <p:cNvPr id="128" name="Google Shape;128;p16"/>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9" name="Google Shape;129;p16"/>
          <p:cNvSpPr txBox="1">
            <a:spLocks noGrp="1"/>
          </p:cNvSpPr>
          <p:nvPr>
            <p:ph type="body" idx="1"/>
          </p:nvPr>
        </p:nvSpPr>
        <p:spPr>
          <a:xfrm rot="5400000">
            <a:off x="3035281" y="-197358"/>
            <a:ext cx="3880773" cy="8596668"/>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30" name="Google Shape;130;p16"/>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1" name="Google Shape;131;p16"/>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2" name="Google Shape;132;p16"/>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PE"/>
              <a:t>‹Nº›</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133"/>
        <p:cNvGrpSpPr/>
        <p:nvPr/>
      </p:nvGrpSpPr>
      <p:grpSpPr>
        <a:xfrm>
          <a:off x="0" y="0"/>
          <a:ext cx="0" cy="0"/>
          <a:chOff x="0" y="0"/>
          <a:chExt cx="0" cy="0"/>
        </a:xfrm>
      </p:grpSpPr>
      <p:sp>
        <p:nvSpPr>
          <p:cNvPr id="134" name="Google Shape;134;p17"/>
          <p:cNvSpPr txBox="1">
            <a:spLocks noGrp="1"/>
          </p:cNvSpPr>
          <p:nvPr>
            <p:ph type="title"/>
          </p:nvPr>
        </p:nvSpPr>
        <p:spPr>
          <a:xfrm rot="5400000">
            <a:off x="5994319" y="2582953"/>
            <a:ext cx="5251451" cy="1304743"/>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5" name="Google Shape;135;p17"/>
          <p:cNvSpPr txBox="1">
            <a:spLocks noGrp="1"/>
          </p:cNvSpPr>
          <p:nvPr>
            <p:ph type="body" idx="1"/>
          </p:nvPr>
        </p:nvSpPr>
        <p:spPr>
          <a:xfrm rot="5400000">
            <a:off x="1581685" y="-294750"/>
            <a:ext cx="5251450" cy="7060150"/>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36" name="Google Shape;136;p17"/>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7" name="Google Shape;137;p17"/>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8" name="Google Shape;138;p17"/>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PE"/>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grpSp>
        <p:nvGrpSpPr>
          <p:cNvPr id="6" name="Google Shape;6;p1"/>
          <p:cNvGrpSpPr/>
          <p:nvPr/>
        </p:nvGrpSpPr>
        <p:grpSpPr>
          <a:xfrm>
            <a:off x="0" y="-8467"/>
            <a:ext cx="12192000" cy="6866467"/>
            <a:chOff x="0" y="-8467"/>
            <a:chExt cx="12192000" cy="6866467"/>
          </a:xfrm>
        </p:grpSpPr>
        <p:cxnSp>
          <p:nvCxnSpPr>
            <p:cNvPr id="7" name="Google Shape;7;p1"/>
            <p:cNvCxnSpPr/>
            <p:nvPr/>
          </p:nvCxnSpPr>
          <p:spPr>
            <a:xfrm>
              <a:off x="9371012" y="0"/>
              <a:ext cx="1219200" cy="6858000"/>
            </a:xfrm>
            <a:prstGeom prst="straightConnector1">
              <a:avLst/>
            </a:prstGeom>
            <a:noFill/>
            <a:ln w="9525" cap="flat" cmpd="sng">
              <a:solidFill>
                <a:srgbClr val="BFBFBF"/>
              </a:solidFill>
              <a:prstDash val="solid"/>
              <a:round/>
              <a:headEnd type="none" w="sm" len="sm"/>
              <a:tailEnd type="none" w="sm" len="sm"/>
            </a:ln>
          </p:spPr>
        </p:cxnSp>
        <p:cxnSp>
          <p:nvCxnSpPr>
            <p:cNvPr id="8" name="Google Shape;8;p1"/>
            <p:cNvCxnSpPr/>
            <p:nvPr/>
          </p:nvCxnSpPr>
          <p:spPr>
            <a:xfrm flipH="1">
              <a:off x="7425267" y="3681413"/>
              <a:ext cx="4763558" cy="3176587"/>
            </a:xfrm>
            <a:prstGeom prst="straightConnector1">
              <a:avLst/>
            </a:prstGeom>
            <a:noFill/>
            <a:ln w="9525" cap="flat" cmpd="sng">
              <a:solidFill>
                <a:srgbClr val="D8D8D8"/>
              </a:solidFill>
              <a:prstDash val="solid"/>
              <a:round/>
              <a:headEnd type="none" w="sm" len="sm"/>
              <a:tailEnd type="none" w="sm" len="sm"/>
            </a:ln>
          </p:spPr>
        </p:cxnSp>
        <p:sp>
          <p:nvSpPr>
            <p:cNvPr id="9" name="Google Shape;9;p1"/>
            <p:cNvSpPr/>
            <p:nvPr/>
          </p:nvSpPr>
          <p:spPr>
            <a:xfrm>
              <a:off x="9181476" y="-8467"/>
              <a:ext cx="3007349" cy="6866467"/>
            </a:xfrm>
            <a:custGeom>
              <a:avLst/>
              <a:gdLst/>
              <a:ahLst/>
              <a:cxnLst/>
              <a:rect l="l" t="t" r="r" b="b"/>
              <a:pathLst>
                <a:path w="3007349" h="6866467" extrusionOk="0">
                  <a:moveTo>
                    <a:pt x="2045532" y="0"/>
                  </a:moveTo>
                  <a:lnTo>
                    <a:pt x="3007349" y="0"/>
                  </a:lnTo>
                  <a:lnTo>
                    <a:pt x="3007349" y="6866467"/>
                  </a:lnTo>
                  <a:lnTo>
                    <a:pt x="0" y="6866467"/>
                  </a:lnTo>
                  <a:lnTo>
                    <a:pt x="2045532" y="0"/>
                  </a:lnTo>
                  <a:close/>
                </a:path>
              </a:pathLst>
            </a:custGeom>
            <a:solidFill>
              <a:schemeClr val="accent1">
                <a:alpha val="29803"/>
              </a:schemeClr>
            </a:solidFill>
            <a:ln>
              <a:noFill/>
            </a:ln>
          </p:spPr>
        </p:sp>
        <p:sp>
          <p:nvSpPr>
            <p:cNvPr id="10" name="Google Shape;10;p1"/>
            <p:cNvSpPr/>
            <p:nvPr/>
          </p:nvSpPr>
          <p:spPr>
            <a:xfrm>
              <a:off x="9603442" y="-8467"/>
              <a:ext cx="2588558" cy="6866467"/>
            </a:xfrm>
            <a:custGeom>
              <a:avLst/>
              <a:gdLst/>
              <a:ahLst/>
              <a:cxnLst/>
              <a:rect l="l" t="t" r="r" b="b"/>
              <a:pathLst>
                <a:path w="2573311" h="6866467" extrusionOk="0">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11" name="Google Shape;11;p1"/>
            <p:cNvSpPr/>
            <p:nvPr/>
          </p:nvSpPr>
          <p:spPr>
            <a:xfrm>
              <a:off x="8932333" y="3048000"/>
              <a:ext cx="3259667" cy="3810000"/>
            </a:xfrm>
            <a:prstGeom prst="triangle">
              <a:avLst>
                <a:gd name="adj" fmla="val 100000"/>
              </a:avLst>
            </a:prstGeom>
            <a:solidFill>
              <a:schemeClr val="accent2">
                <a:alpha val="71764"/>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1"/>
            <p:cNvSpPr/>
            <p:nvPr/>
          </p:nvSpPr>
          <p:spPr>
            <a:xfrm>
              <a:off x="9334500" y="-8467"/>
              <a:ext cx="2854326" cy="6866467"/>
            </a:xfrm>
            <a:custGeom>
              <a:avLst/>
              <a:gdLst/>
              <a:ahLst/>
              <a:cxnLst/>
              <a:rect l="l" t="t" r="r" b="b"/>
              <a:pathLst>
                <a:path w="2858013" h="6866467" extrusionOk="0">
                  <a:moveTo>
                    <a:pt x="0" y="0"/>
                  </a:moveTo>
                  <a:lnTo>
                    <a:pt x="2858013" y="0"/>
                  </a:lnTo>
                  <a:lnTo>
                    <a:pt x="2858013" y="6866467"/>
                  </a:lnTo>
                  <a:lnTo>
                    <a:pt x="2473942" y="6866467"/>
                  </a:lnTo>
                  <a:lnTo>
                    <a:pt x="0" y="0"/>
                  </a:lnTo>
                  <a:close/>
                </a:path>
              </a:pathLst>
            </a:custGeom>
            <a:solidFill>
              <a:srgbClr val="3F7818">
                <a:alpha val="69803"/>
              </a:srgbClr>
            </a:solidFill>
            <a:ln>
              <a:noFill/>
            </a:ln>
          </p:spPr>
        </p:sp>
        <p:sp>
          <p:nvSpPr>
            <p:cNvPr id="13" name="Google Shape;13;p1"/>
            <p:cNvSpPr/>
            <p:nvPr/>
          </p:nvSpPr>
          <p:spPr>
            <a:xfrm>
              <a:off x="10898730" y="-8467"/>
              <a:ext cx="1290094" cy="6866467"/>
            </a:xfrm>
            <a:custGeom>
              <a:avLst/>
              <a:gdLst/>
              <a:ahLst/>
              <a:cxnLst/>
              <a:rect l="l" t="t" r="r" b="b"/>
              <a:pathLst>
                <a:path w="1290094" h="6858000" extrusionOk="0">
                  <a:moveTo>
                    <a:pt x="1019735" y="0"/>
                  </a:moveTo>
                  <a:lnTo>
                    <a:pt x="1290094" y="0"/>
                  </a:lnTo>
                  <a:lnTo>
                    <a:pt x="1290094" y="6858000"/>
                  </a:lnTo>
                  <a:lnTo>
                    <a:pt x="0" y="6858000"/>
                  </a:lnTo>
                  <a:lnTo>
                    <a:pt x="1019735" y="0"/>
                  </a:lnTo>
                  <a:close/>
                </a:path>
              </a:pathLst>
            </a:custGeom>
            <a:solidFill>
              <a:srgbClr val="BFE471">
                <a:alpha val="69803"/>
              </a:srgbClr>
            </a:solidFill>
            <a:ln>
              <a:noFill/>
            </a:ln>
          </p:spPr>
        </p:sp>
        <p:sp>
          <p:nvSpPr>
            <p:cNvPr id="14" name="Google Shape;14;p1"/>
            <p:cNvSpPr/>
            <p:nvPr/>
          </p:nvSpPr>
          <p:spPr>
            <a:xfrm>
              <a:off x="10938999" y="-8467"/>
              <a:ext cx="1249825" cy="6866467"/>
            </a:xfrm>
            <a:custGeom>
              <a:avLst/>
              <a:gdLst/>
              <a:ahLst/>
              <a:cxnLst/>
              <a:rect l="l" t="t" r="r" b="b"/>
              <a:pathLst>
                <a:path w="1249825" h="6858000" extrusionOk="0">
                  <a:moveTo>
                    <a:pt x="0" y="0"/>
                  </a:moveTo>
                  <a:lnTo>
                    <a:pt x="1249825" y="0"/>
                  </a:lnTo>
                  <a:lnTo>
                    <a:pt x="1249825" y="6858000"/>
                  </a:lnTo>
                  <a:lnTo>
                    <a:pt x="1109382" y="6858000"/>
                  </a:lnTo>
                  <a:lnTo>
                    <a:pt x="0" y="0"/>
                  </a:lnTo>
                  <a:close/>
                </a:path>
              </a:pathLst>
            </a:custGeom>
            <a:solidFill>
              <a:schemeClr val="accent1">
                <a:alpha val="64705"/>
              </a:schemeClr>
            </a:solidFill>
            <a:ln>
              <a:noFill/>
            </a:ln>
          </p:spPr>
        </p:sp>
        <p:sp>
          <p:nvSpPr>
            <p:cNvPr id="15" name="Google Shape;15;p1"/>
            <p:cNvSpPr/>
            <p:nvPr/>
          </p:nvSpPr>
          <p:spPr>
            <a:xfrm>
              <a:off x="10371666" y="3589867"/>
              <a:ext cx="1817159" cy="3268133"/>
            </a:xfrm>
            <a:prstGeom prst="triangle">
              <a:avLst>
                <a:gd name="adj" fmla="val 100000"/>
              </a:avLst>
            </a:prstGeom>
            <a:solidFill>
              <a:schemeClr val="accent1">
                <a:alpha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1"/>
            <p:cNvSpPr/>
            <p:nvPr/>
          </p:nvSpPr>
          <p:spPr>
            <a:xfrm>
              <a:off x="0" y="4013200"/>
              <a:ext cx="448733" cy="2844800"/>
            </a:xfrm>
            <a:prstGeom prst="triangle">
              <a:avLst>
                <a:gd name="adj" fmla="val 0"/>
              </a:avLst>
            </a:prstGeom>
            <a:solidFill>
              <a:schemeClr val="accent1">
                <a:alpha val="84705"/>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 name="Google Shape;17;p1"/>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marR="0" lvl="0" algn="l" rtl="0">
              <a:spcBef>
                <a:spcPts val="0"/>
              </a:spcBef>
              <a:spcAft>
                <a:spcPts val="0"/>
              </a:spcAft>
              <a:buClr>
                <a:schemeClr val="accent1"/>
              </a:buClr>
              <a:buSzPts val="3600"/>
              <a:buFont typeface="Trebuchet MS"/>
              <a:buNone/>
              <a:defRPr sz="3600" b="0" i="0" u="none" strike="noStrike" cap="none">
                <a:solidFill>
                  <a:schemeClr val="accent1"/>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18" name="Google Shape;18;p1"/>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lvl1pPr marL="457200" marR="0" lvl="0" indent="-320040" algn="l" rtl="0">
              <a:spcBef>
                <a:spcPts val="1000"/>
              </a:spcBef>
              <a:spcAft>
                <a:spcPts val="0"/>
              </a:spcAft>
              <a:buClr>
                <a:schemeClr val="accent1"/>
              </a:buClr>
              <a:buSzPts val="1440"/>
              <a:buFont typeface="Noto Sans Symbols"/>
              <a:buChar char="►"/>
              <a:defRPr sz="1800" b="0" i="0" u="none" strike="noStrike" cap="none">
                <a:solidFill>
                  <a:srgbClr val="3F3F3F"/>
                </a:solidFill>
                <a:latin typeface="Trebuchet MS"/>
                <a:ea typeface="Trebuchet MS"/>
                <a:cs typeface="Trebuchet MS"/>
                <a:sym typeface="Trebuchet MS"/>
              </a:defRPr>
            </a:lvl1pPr>
            <a:lvl2pPr marL="914400" marR="0" lvl="1" indent="-309880" algn="l" rtl="0">
              <a:spcBef>
                <a:spcPts val="1000"/>
              </a:spcBef>
              <a:spcAft>
                <a:spcPts val="0"/>
              </a:spcAft>
              <a:buClr>
                <a:schemeClr val="accent1"/>
              </a:buClr>
              <a:buSzPts val="1280"/>
              <a:buFont typeface="Noto Sans Symbols"/>
              <a:buChar char="►"/>
              <a:defRPr sz="1600" b="0" i="0" u="none" strike="noStrike" cap="none">
                <a:solidFill>
                  <a:srgbClr val="3F3F3F"/>
                </a:solidFill>
                <a:latin typeface="Trebuchet MS"/>
                <a:ea typeface="Trebuchet MS"/>
                <a:cs typeface="Trebuchet MS"/>
                <a:sym typeface="Trebuchet MS"/>
              </a:defRPr>
            </a:lvl2pPr>
            <a:lvl3pPr marL="1371600" marR="0" lvl="2" indent="-299719" algn="l" rtl="0">
              <a:spcBef>
                <a:spcPts val="1000"/>
              </a:spcBef>
              <a:spcAft>
                <a:spcPts val="0"/>
              </a:spcAft>
              <a:buClr>
                <a:schemeClr val="accent1"/>
              </a:buClr>
              <a:buSzPts val="1120"/>
              <a:buFont typeface="Noto Sans Symbols"/>
              <a:buChar char="►"/>
              <a:defRPr sz="1400" b="0" i="0" u="none" strike="noStrike" cap="none">
                <a:solidFill>
                  <a:srgbClr val="3F3F3F"/>
                </a:solidFill>
                <a:latin typeface="Trebuchet MS"/>
                <a:ea typeface="Trebuchet MS"/>
                <a:cs typeface="Trebuchet MS"/>
                <a:sym typeface="Trebuchet MS"/>
              </a:defRPr>
            </a:lvl3pPr>
            <a:lvl4pPr marL="1828800" marR="0" lvl="3"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4pPr>
            <a:lvl5pPr marL="2286000" marR="0" lvl="4"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5pPr>
            <a:lvl6pPr marL="2743200" marR="0" lvl="5"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6pPr>
            <a:lvl7pPr marL="3200400" marR="0" lvl="6"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7pPr>
            <a:lvl8pPr marL="3657600" marR="0" lvl="7" indent="-289559"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8pPr>
            <a:lvl9pPr marL="4114800" marR="0" lvl="8" indent="-289559"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9pPr>
          </a:lstStyle>
          <a:p>
            <a:endParaRPr/>
          </a:p>
        </p:txBody>
      </p:sp>
      <p:sp>
        <p:nvSpPr>
          <p:cNvPr id="19" name="Google Shape;19;p1"/>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900" b="0" i="0" u="none" strike="noStrike" cap="none">
                <a:solidFill>
                  <a:srgbClr val="888888"/>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20" name="Google Shape;20;p1"/>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21" name="Google Shape;21;p1"/>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chemeClr val="accent1"/>
                </a:solidFill>
                <a:latin typeface="Trebuchet MS"/>
                <a:ea typeface="Trebuchet MS"/>
                <a:cs typeface="Trebuchet MS"/>
                <a:sym typeface="Trebuchet MS"/>
              </a:defRPr>
            </a:lvl1pPr>
            <a:lvl2pPr marL="0" marR="0" lvl="1" indent="0" algn="r" rtl="0">
              <a:spcBef>
                <a:spcPts val="0"/>
              </a:spcBef>
              <a:buNone/>
              <a:defRPr sz="900" b="0" i="0" u="none" strike="noStrike" cap="none">
                <a:solidFill>
                  <a:schemeClr val="accent1"/>
                </a:solidFill>
                <a:latin typeface="Trebuchet MS"/>
                <a:ea typeface="Trebuchet MS"/>
                <a:cs typeface="Trebuchet MS"/>
                <a:sym typeface="Trebuchet MS"/>
              </a:defRPr>
            </a:lvl2pPr>
            <a:lvl3pPr marL="0" marR="0" lvl="2" indent="0" algn="r" rtl="0">
              <a:spcBef>
                <a:spcPts val="0"/>
              </a:spcBef>
              <a:buNone/>
              <a:defRPr sz="900" b="0" i="0" u="none" strike="noStrike" cap="none">
                <a:solidFill>
                  <a:schemeClr val="accent1"/>
                </a:solidFill>
                <a:latin typeface="Trebuchet MS"/>
                <a:ea typeface="Trebuchet MS"/>
                <a:cs typeface="Trebuchet MS"/>
                <a:sym typeface="Trebuchet MS"/>
              </a:defRPr>
            </a:lvl3pPr>
            <a:lvl4pPr marL="0" marR="0" lvl="3" indent="0" algn="r" rtl="0">
              <a:spcBef>
                <a:spcPts val="0"/>
              </a:spcBef>
              <a:buNone/>
              <a:defRPr sz="900" b="0" i="0" u="none" strike="noStrike" cap="none">
                <a:solidFill>
                  <a:schemeClr val="accent1"/>
                </a:solidFill>
                <a:latin typeface="Trebuchet MS"/>
                <a:ea typeface="Trebuchet MS"/>
                <a:cs typeface="Trebuchet MS"/>
                <a:sym typeface="Trebuchet MS"/>
              </a:defRPr>
            </a:lvl4pPr>
            <a:lvl5pPr marL="0" marR="0" lvl="4" indent="0" algn="r" rtl="0">
              <a:spcBef>
                <a:spcPts val="0"/>
              </a:spcBef>
              <a:buNone/>
              <a:defRPr sz="900" b="0" i="0" u="none" strike="noStrike" cap="none">
                <a:solidFill>
                  <a:schemeClr val="accent1"/>
                </a:solidFill>
                <a:latin typeface="Trebuchet MS"/>
                <a:ea typeface="Trebuchet MS"/>
                <a:cs typeface="Trebuchet MS"/>
                <a:sym typeface="Trebuchet MS"/>
              </a:defRPr>
            </a:lvl5pPr>
            <a:lvl6pPr marL="0" marR="0" lvl="5" indent="0" algn="r" rtl="0">
              <a:spcBef>
                <a:spcPts val="0"/>
              </a:spcBef>
              <a:buNone/>
              <a:defRPr sz="900" b="0" i="0" u="none" strike="noStrike" cap="none">
                <a:solidFill>
                  <a:schemeClr val="accent1"/>
                </a:solidFill>
                <a:latin typeface="Trebuchet MS"/>
                <a:ea typeface="Trebuchet MS"/>
                <a:cs typeface="Trebuchet MS"/>
                <a:sym typeface="Trebuchet MS"/>
              </a:defRPr>
            </a:lvl6pPr>
            <a:lvl7pPr marL="0" marR="0" lvl="6" indent="0" algn="r" rtl="0">
              <a:spcBef>
                <a:spcPts val="0"/>
              </a:spcBef>
              <a:buNone/>
              <a:defRPr sz="900" b="0" i="0" u="none" strike="noStrike" cap="none">
                <a:solidFill>
                  <a:schemeClr val="accent1"/>
                </a:solidFill>
                <a:latin typeface="Trebuchet MS"/>
                <a:ea typeface="Trebuchet MS"/>
                <a:cs typeface="Trebuchet MS"/>
                <a:sym typeface="Trebuchet MS"/>
              </a:defRPr>
            </a:lvl7pPr>
            <a:lvl8pPr marL="0" marR="0" lvl="7" indent="0" algn="r" rtl="0">
              <a:spcBef>
                <a:spcPts val="0"/>
              </a:spcBef>
              <a:buNone/>
              <a:defRPr sz="900" b="0" i="0" u="none" strike="noStrike" cap="none">
                <a:solidFill>
                  <a:schemeClr val="accent1"/>
                </a:solidFill>
                <a:latin typeface="Trebuchet MS"/>
                <a:ea typeface="Trebuchet MS"/>
                <a:cs typeface="Trebuchet MS"/>
                <a:sym typeface="Trebuchet MS"/>
              </a:defRPr>
            </a:lvl8pPr>
            <a:lvl9pPr marL="0" marR="0" lvl="8" indent="0" algn="r" rtl="0">
              <a:spcBef>
                <a:spcPts val="0"/>
              </a:spcBef>
              <a:buNone/>
              <a:defRPr sz="900" b="0" i="0" u="none" strike="noStrike" cap="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s-PE"/>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es.wikipedia.org/wiki/Idioma_ingl%C3%A9s"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hyperlink" Target="https://es.wikipedia.org/wiki/Organizacion" TargetMode="External"/><Relationship Id="rId3" Type="http://schemas.openxmlformats.org/officeDocument/2006/relationships/hyperlink" Target="https://es.wikipedia.org/wiki/.com" TargetMode="External"/><Relationship Id="rId7" Type="http://schemas.openxmlformats.org/officeDocument/2006/relationships/hyperlink" Target="https://es.wikipedia.org/wiki/.org"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hyperlink" Target="https://es.wikipedia.org/wiki/Proveedores_de_servicios_de_Internet" TargetMode="External"/><Relationship Id="rId5" Type="http://schemas.openxmlformats.org/officeDocument/2006/relationships/hyperlink" Target="https://es.wikipedia.org/wiki/.net" TargetMode="External"/><Relationship Id="rId4" Type="http://schemas.openxmlformats.org/officeDocument/2006/relationships/hyperlink" Target="https://es.wikipedia.org/wiki/.info" TargetMode="External"/><Relationship Id="rId9" Type="http://schemas.openxmlformats.org/officeDocument/2006/relationships/hyperlink" Target="https://es.wikipedia.org/wiki/Asociacion"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es.wikipedia.org/wiki/.biz"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hyperlink" Target="https://es.wikipedia.org/wiki/.pro" TargetMode="External"/><Relationship Id="rId5" Type="http://schemas.openxmlformats.org/officeDocument/2006/relationships/hyperlink" Target="https://es.wikipedia.org/wiki/.name" TargetMode="External"/><Relationship Id="rId4" Type="http://schemas.openxmlformats.org/officeDocument/2006/relationships/hyperlink" Target="https://es.wikipedia.org/wiki/Idioma_ingl%C3%A9s" TargetMode="External"/></Relationships>
</file>

<file path=ppt/slides/_rels/slide11.xml.rels><?xml version="1.0" encoding="UTF-8" standalone="yes"?>
<Relationships xmlns="http://schemas.openxmlformats.org/package/2006/relationships"><Relationship Id="rId8" Type="http://schemas.openxmlformats.org/officeDocument/2006/relationships/hyperlink" Target="https://es.wikipedia.org/wiki/.coop" TargetMode="External"/><Relationship Id="rId13" Type="http://schemas.openxmlformats.org/officeDocument/2006/relationships/hyperlink" Target="https://es.wikipedia.org/wiki/Gobierno_de_los_Estados_Unidos" TargetMode="External"/><Relationship Id="rId18" Type="http://schemas.openxmlformats.org/officeDocument/2006/relationships/hyperlink" Target="https://es.wikipedia.org/wiki/Fuerzas_armadas_de_los_Estados_Unidos" TargetMode="External"/><Relationship Id="rId3" Type="http://schemas.openxmlformats.org/officeDocument/2006/relationships/hyperlink" Target="https://es.wikipedia.org/wiki/Dominio_de_nivel_superior_patrocinado" TargetMode="External"/><Relationship Id="rId21" Type="http://schemas.openxmlformats.org/officeDocument/2006/relationships/hyperlink" Target="https://es.wikipedia.org/wiki/Museo" TargetMode="External"/><Relationship Id="rId7" Type="http://schemas.openxmlformats.org/officeDocument/2006/relationships/hyperlink" Target="https://es.wikipedia.org/wiki/Lengua_catalana" TargetMode="External"/><Relationship Id="rId12" Type="http://schemas.openxmlformats.org/officeDocument/2006/relationships/hyperlink" Target="https://es.wikipedia.org/wiki/.gov" TargetMode="External"/><Relationship Id="rId17" Type="http://schemas.openxmlformats.org/officeDocument/2006/relationships/hyperlink" Target="https://es.wikipedia.org/wiki/.mil" TargetMode="External"/><Relationship Id="rId25" Type="http://schemas.openxmlformats.org/officeDocument/2006/relationships/hyperlink" Target="https://es.wikipedia.org/wiki/.xxx" TargetMode="External"/><Relationship Id="rId2" Type="http://schemas.openxmlformats.org/officeDocument/2006/relationships/notesSlide" Target="../notesSlides/notesSlide11.xml"/><Relationship Id="rId16" Type="http://schemas.openxmlformats.org/officeDocument/2006/relationships/hyperlink" Target="https://es.wikipedia.org/wiki/.jobs" TargetMode="External"/><Relationship Id="rId20" Type="http://schemas.openxmlformats.org/officeDocument/2006/relationships/hyperlink" Target="https://es.wikipedia.org/wiki/.museum" TargetMode="External"/><Relationship Id="rId1" Type="http://schemas.openxmlformats.org/officeDocument/2006/relationships/slideLayout" Target="../slideLayouts/slideLayout2.xml"/><Relationship Id="rId6" Type="http://schemas.openxmlformats.org/officeDocument/2006/relationships/hyperlink" Target="https://es.wikipedia.org/wiki/.cat" TargetMode="External"/><Relationship Id="rId11" Type="http://schemas.openxmlformats.org/officeDocument/2006/relationships/hyperlink" Target="https://es.wikipedia.org/wiki/Educaci%C3%B3n" TargetMode="External"/><Relationship Id="rId24" Type="http://schemas.openxmlformats.org/officeDocument/2006/relationships/hyperlink" Target="https://es.wikipedia.org/wiki/.travel" TargetMode="External"/><Relationship Id="rId5" Type="http://schemas.openxmlformats.org/officeDocument/2006/relationships/hyperlink" Target="https://es.wikipedia.org/wiki/.asia" TargetMode="External"/><Relationship Id="rId15" Type="http://schemas.openxmlformats.org/officeDocument/2006/relationships/hyperlink" Target="https://es.wikipedia.org/wiki/Organismos_internacionales" TargetMode="External"/><Relationship Id="rId23" Type="http://schemas.openxmlformats.org/officeDocument/2006/relationships/hyperlink" Target="https://es.wikipedia.org/wiki/.tel" TargetMode="External"/><Relationship Id="rId10" Type="http://schemas.openxmlformats.org/officeDocument/2006/relationships/hyperlink" Target="https://es.wikipedia.org/wiki/.edu" TargetMode="External"/><Relationship Id="rId19" Type="http://schemas.openxmlformats.org/officeDocument/2006/relationships/hyperlink" Target="https://es.wikipedia.org/wiki/.mobi" TargetMode="External"/><Relationship Id="rId4" Type="http://schemas.openxmlformats.org/officeDocument/2006/relationships/hyperlink" Target="https://es.wikipedia.org/wiki/.aero" TargetMode="External"/><Relationship Id="rId9" Type="http://schemas.openxmlformats.org/officeDocument/2006/relationships/hyperlink" Target="https://es.wikipedia.org/wiki/Cooperativa" TargetMode="External"/><Relationship Id="rId14" Type="http://schemas.openxmlformats.org/officeDocument/2006/relationships/hyperlink" Target="https://es.wikipedia.org/wiki/.int" TargetMode="External"/><Relationship Id="rId22" Type="http://schemas.openxmlformats.org/officeDocument/2006/relationships/hyperlink" Target="https://es.wikipedia.org/wiki/.post"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www.sistemas.com/"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hyperlink" Target="http://ehow.com/"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www.something.com/here/what.html"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hyperlink" Target="http://www.tecnologia.com/"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hyperlink" Target="https://es.wikipedia.org/wiki/Usenet" TargetMode="External"/><Relationship Id="rId3" Type="http://schemas.openxmlformats.org/officeDocument/2006/relationships/hyperlink" Target="https://es.wikipedia.org/wiki/Hypertext_Transfer_Protocol" TargetMode="External"/><Relationship Id="rId7" Type="http://schemas.openxmlformats.org/officeDocument/2006/relationships/hyperlink" Target="https://es.wikipedia.org/wiki/Lightweight_Directory_Access_Protocol" TargetMode="External"/><Relationship Id="rId12" Type="http://schemas.openxmlformats.org/officeDocument/2006/relationships/hyperlink" Target="https://es.wikipedia.org/wiki/Esquema_de_URI_de_datos"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hyperlink" Target="https://es.wikipedia.org/wiki/Correo_electr%C3%B3nico" TargetMode="External"/><Relationship Id="rId11" Type="http://schemas.openxmlformats.org/officeDocument/2006/relationships/hyperlink" Target="https://es.wikipedia.org/wiki/Telnet" TargetMode="External"/><Relationship Id="rId5" Type="http://schemas.openxmlformats.org/officeDocument/2006/relationships/hyperlink" Target="https://es.wikipedia.org/wiki/File_Transfer_Protocol" TargetMode="External"/><Relationship Id="rId10" Type="http://schemas.openxmlformats.org/officeDocument/2006/relationships/hyperlink" Target="https://es.wikipedia.org/wiki/Gopher" TargetMode="External"/><Relationship Id="rId4" Type="http://schemas.openxmlformats.org/officeDocument/2006/relationships/hyperlink" Target="https://es.wikipedia.org/wiki/Secure_Sockets_Layer" TargetMode="External"/><Relationship Id="rId9" Type="http://schemas.openxmlformats.org/officeDocument/2006/relationships/hyperlink" Target="https://es.wikipedia.org/wiki/Newsgroup"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www.imgur.com/"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hyperlink" Target="http://picasaweb.google.com/" TargetMode="External"/><Relationship Id="rId5" Type="http://schemas.openxmlformats.org/officeDocument/2006/relationships/hyperlink" Target="http://www.flickr.com/" TargetMode="External"/><Relationship Id="rId4" Type="http://schemas.openxmlformats.org/officeDocument/2006/relationships/hyperlink" Target="http://www.photobucket.com/" TargetMode="Externa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www.iestpgildaballivian.edu.pe/"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hyperlink" Target="http://www.minsa.gob.pe/transparencia/Archivos/Lista_Direcciones_MINSA_Desconcentrados.pdf" TargetMode="External"/><Relationship Id="rId4" Type="http://schemas.openxmlformats.org/officeDocument/2006/relationships/hyperlink" Target="https://graffica.info/libros-gratis-programacion-diseno-web/"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hyperlink" Target="https://platzi.com/cursos/less/" TargetMode="External"/><Relationship Id="rId13" Type="http://schemas.openxmlformats.org/officeDocument/2006/relationships/hyperlink" Target="https://platzi.com/cursos/php/" TargetMode="External"/><Relationship Id="rId18" Type="http://schemas.openxmlformats.org/officeDocument/2006/relationships/hyperlink" Target="https://platzi.com/clases/intro-laravel/" TargetMode="External"/><Relationship Id="rId3" Type="http://schemas.openxmlformats.org/officeDocument/2006/relationships/hyperlink" Target="https://platzi.com/cursos/html5-css3/" TargetMode="External"/><Relationship Id="rId7" Type="http://schemas.openxmlformats.org/officeDocument/2006/relationships/hyperlink" Target="https://platzi.com/cursos/fw-frontend/" TargetMode="External"/><Relationship Id="rId12" Type="http://schemas.openxmlformats.org/officeDocument/2006/relationships/hyperlink" Target="https://platzi.com/cursos/python/" TargetMode="External"/><Relationship Id="rId17" Type="http://schemas.openxmlformats.org/officeDocument/2006/relationships/hyperlink" Target="https://platzi.com/cursos/django/" TargetMode="External"/><Relationship Id="rId2" Type="http://schemas.openxmlformats.org/officeDocument/2006/relationships/notesSlide" Target="../notesSlides/notesSlide26.xml"/><Relationship Id="rId16" Type="http://schemas.openxmlformats.org/officeDocument/2006/relationships/hyperlink" Target="https://platzi.com/desarrollo-java/" TargetMode="External"/><Relationship Id="rId20" Type="http://schemas.openxmlformats.org/officeDocument/2006/relationships/hyperlink" Target="https://platzi.com/cursos/aspnet-core/" TargetMode="External"/><Relationship Id="rId1" Type="http://schemas.openxmlformats.org/officeDocument/2006/relationships/slideLayout" Target="../slideLayouts/slideLayout2.xml"/><Relationship Id="rId6" Type="http://schemas.openxmlformats.org/officeDocument/2006/relationships/hyperlink" Target="https://platzi.com/cursos/angular/" TargetMode="External"/><Relationship Id="rId11" Type="http://schemas.openxmlformats.org/officeDocument/2006/relationships/hyperlink" Target="https://platzi.com/cursos/postcss/" TargetMode="External"/><Relationship Id="rId5" Type="http://schemas.openxmlformats.org/officeDocument/2006/relationships/hyperlink" Target="https://platzi.com/cursos/redux/" TargetMode="External"/><Relationship Id="rId15" Type="http://schemas.openxmlformats.org/officeDocument/2006/relationships/hyperlink" Target="https://platzi.com/cursos/c-sharp/" TargetMode="External"/><Relationship Id="rId10" Type="http://schemas.openxmlformats.org/officeDocument/2006/relationships/hyperlink" Target="https://platzi.com/cursos/stylus/" TargetMode="External"/><Relationship Id="rId19" Type="http://schemas.openxmlformats.org/officeDocument/2006/relationships/hyperlink" Target="https://platzi.com/cursos/ror/" TargetMode="External"/><Relationship Id="rId4" Type="http://schemas.openxmlformats.org/officeDocument/2006/relationships/hyperlink" Target="https://platzi.com/cursos/react/" TargetMode="External"/><Relationship Id="rId9" Type="http://schemas.openxmlformats.org/officeDocument/2006/relationships/hyperlink" Target="https://platzi.com/cursos/sass/" TargetMode="External"/><Relationship Id="rId14" Type="http://schemas.openxmlformats.org/officeDocument/2006/relationships/hyperlink" Target="https://platzi.com/cursos/ruby/" TargetMode="External"/></Relationships>
</file>

<file path=ppt/slides/_rels/slide27.xml.rels><?xml version="1.0" encoding="UTF-8" standalone="yes"?>
<Relationships xmlns="http://schemas.openxmlformats.org/package/2006/relationships"><Relationship Id="rId3" Type="http://schemas.openxmlformats.org/officeDocument/2006/relationships/hyperlink" Target="http://paginaspersonales.deusto.es/airibar/Ed_digital/HTML/HTML_1.html#n1"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hyperlink" Target="http://paginaspersonales.deusto.es/airibar/Ed_digital/HTML/HTML_1.html#n2" TargetMode="External"/></Relationships>
</file>

<file path=ppt/slides/_rels/slide28.xml.rels><?xml version="1.0" encoding="UTF-8" standalone="yes"?>
<Relationships xmlns="http://schemas.openxmlformats.org/package/2006/relationships"><Relationship Id="rId3" Type="http://schemas.openxmlformats.org/officeDocument/2006/relationships/hyperlink" Target="http://paginaspersonales.deusto.es/airibar/Ed_digital/HTML/HTML_1.html#n5"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18"/>
          <p:cNvSpPr txBox="1">
            <a:spLocks noGrp="1"/>
          </p:cNvSpPr>
          <p:nvPr>
            <p:ph type="ctrTitle"/>
          </p:nvPr>
        </p:nvSpPr>
        <p:spPr>
          <a:xfrm>
            <a:off x="1507067" y="2404534"/>
            <a:ext cx="7766936" cy="1646302"/>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486112"/>
              </a:buClr>
              <a:buSzPts val="5400"/>
              <a:buFont typeface="Trebuchet MS"/>
              <a:buNone/>
            </a:pPr>
            <a:r>
              <a:rPr lang="es-PE" b="1">
                <a:solidFill>
                  <a:srgbClr val="486112"/>
                </a:solidFill>
              </a:rPr>
              <a:t>TALLER PROGRAMACION DISTRIBUIDA SESION 01</a:t>
            </a:r>
            <a:endParaRPr b="1">
              <a:solidFill>
                <a:srgbClr val="486112"/>
              </a:solidFill>
            </a:endParaRPr>
          </a:p>
        </p:txBody>
      </p:sp>
      <p:sp>
        <p:nvSpPr>
          <p:cNvPr id="144" name="Google Shape;144;p18"/>
          <p:cNvSpPr txBox="1">
            <a:spLocks noGrp="1"/>
          </p:cNvSpPr>
          <p:nvPr>
            <p:ph type="subTitle" idx="1"/>
          </p:nvPr>
        </p:nvSpPr>
        <p:spPr>
          <a:xfrm>
            <a:off x="1611549" y="4079875"/>
            <a:ext cx="9144000" cy="1655762"/>
          </a:xfrm>
          <a:prstGeom prst="rect">
            <a:avLst/>
          </a:prstGeom>
          <a:noFill/>
          <a:ln>
            <a:noFill/>
          </a:ln>
        </p:spPr>
        <p:txBody>
          <a:bodyPr spcFirstLastPara="1" wrap="square" lIns="91425" tIns="45700" rIns="91425" bIns="45700" anchor="t" anchorCtr="0">
            <a:normAutofit/>
          </a:bodyPr>
          <a:lstStyle/>
          <a:p>
            <a:pPr marL="0" lvl="0" indent="0" algn="r" rtl="0">
              <a:spcBef>
                <a:spcPts val="0"/>
              </a:spcBef>
              <a:spcAft>
                <a:spcPts val="0"/>
              </a:spcAft>
              <a:buSzPts val="1440"/>
              <a:buNone/>
            </a:pPr>
            <a:r>
              <a:rPr lang="es-PE" b="1" dirty="0">
                <a:solidFill>
                  <a:srgbClr val="C00000"/>
                </a:solidFill>
              </a:rPr>
              <a:t>DOC: LIC.MAURA B.MONARES CHAVEZ</a:t>
            </a:r>
            <a:endParaRPr dirty="0"/>
          </a:p>
          <a:p>
            <a:pPr marL="0" lvl="0" indent="0" algn="r" rtl="0">
              <a:spcBef>
                <a:spcPts val="1000"/>
              </a:spcBef>
              <a:spcAft>
                <a:spcPts val="0"/>
              </a:spcAft>
              <a:buSzPts val="1440"/>
              <a:buNone/>
            </a:pPr>
            <a:r>
              <a:rPr lang="es-PE" b="1" dirty="0">
                <a:solidFill>
                  <a:srgbClr val="C00000"/>
                </a:solidFill>
              </a:rPr>
              <a:t>AGOSTO 2021</a:t>
            </a:r>
            <a:endParaRPr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19"/>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s-PE" b="1"/>
              <a:t>Internet</a:t>
            </a:r>
            <a:endParaRPr b="1"/>
          </a:p>
        </p:txBody>
      </p:sp>
      <p:sp>
        <p:nvSpPr>
          <p:cNvPr id="150" name="Google Shape;150;p19"/>
          <p:cNvSpPr txBox="1">
            <a:spLocks noGrp="1"/>
          </p:cNvSpPr>
          <p:nvPr>
            <p:ph type="body" idx="1"/>
          </p:nvPr>
        </p:nvSpPr>
        <p:spPr>
          <a:xfrm>
            <a:off x="677334" y="1352551"/>
            <a:ext cx="8596668" cy="4688812"/>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s-PE" sz="2400" b="1" dirty="0"/>
              <a:t>Historia</a:t>
            </a:r>
            <a:endParaRPr sz="2400" dirty="0"/>
          </a:p>
          <a:p>
            <a:pPr marL="342900" lvl="0" indent="-342900" algn="l" rtl="0">
              <a:spcBef>
                <a:spcPts val="1000"/>
              </a:spcBef>
              <a:spcAft>
                <a:spcPts val="0"/>
              </a:spcAft>
              <a:buSzPts val="1440"/>
              <a:buChar char="►"/>
            </a:pPr>
            <a:r>
              <a:rPr lang="es-PE" sz="2400" dirty="0"/>
              <a:t>Originalmente, Internet era un proyecto del departamento de defensa de los Estados Unidos. Explica </a:t>
            </a:r>
            <a:r>
              <a:rPr lang="es-PE" sz="2400" dirty="0" err="1"/>
              <a:t>The</a:t>
            </a:r>
            <a:r>
              <a:rPr lang="es-PE" sz="2400" dirty="0"/>
              <a:t> </a:t>
            </a:r>
            <a:r>
              <a:rPr lang="es-PE" sz="2400" dirty="0" err="1"/>
              <a:t>Straight</a:t>
            </a:r>
            <a:r>
              <a:rPr lang="es-PE" sz="2400" dirty="0"/>
              <a:t> Dope: "el departamento de defensa quería que la red siguiera siendo útil en tiempos de guerra, incluso si gran parte de ella fuera </a:t>
            </a:r>
            <a:r>
              <a:rPr lang="es-PE" sz="2400" dirty="0" err="1"/>
              <a:t>destruída</a:t>
            </a:r>
            <a:r>
              <a:rPr lang="es-PE" sz="2400" dirty="0"/>
              <a:t>. La solución era mantenerla descentralizada." Para ello, partes de la </a:t>
            </a:r>
            <a:r>
              <a:rPr lang="es-PE" sz="2400" dirty="0" err="1"/>
              <a:t>World</a:t>
            </a:r>
            <a:r>
              <a:rPr lang="es-PE" sz="2400" dirty="0"/>
              <a:t> Wide Web (el origen de la "www" antes del nombre y el sufijo) se almacenan en varios ordenadores. No sólo Internet conservaría esta manera, sino que también hace que el registro o la asignación de direcciones de Internet sea más fácil</a:t>
            </a:r>
            <a:endParaRPr sz="2400" dirty="0"/>
          </a:p>
          <a:p>
            <a:pPr marL="342900" lvl="0" indent="-251459" algn="l" rtl="0">
              <a:spcBef>
                <a:spcPts val="1000"/>
              </a:spcBef>
              <a:spcAft>
                <a:spcPts val="0"/>
              </a:spcAft>
              <a:buSzPts val="1440"/>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0"/>
          <p:cNvSpPr txBox="1">
            <a:spLocks noGrp="1"/>
          </p:cNvSpPr>
          <p:nvPr>
            <p:ph type="title"/>
          </p:nvPr>
        </p:nvSpPr>
        <p:spPr>
          <a:xfrm>
            <a:off x="677334" y="342900"/>
            <a:ext cx="9438216" cy="1320800"/>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chemeClr val="accent1"/>
              </a:buClr>
              <a:buSzPct val="100000"/>
              <a:buFont typeface="Trebuchet MS"/>
              <a:buNone/>
            </a:pPr>
            <a:r>
              <a:rPr lang="es-PE" sz="4800" b="1" dirty="0"/>
              <a:t>URL: </a:t>
            </a:r>
            <a:r>
              <a:rPr lang="es-PE" sz="4800" dirty="0"/>
              <a:t>Localizador de recursos uniforme</a:t>
            </a:r>
            <a:endParaRPr sz="4800" b="1" dirty="0"/>
          </a:p>
        </p:txBody>
      </p:sp>
      <p:sp>
        <p:nvSpPr>
          <p:cNvPr id="156" name="Google Shape;156;p20"/>
          <p:cNvSpPr txBox="1">
            <a:spLocks noGrp="1"/>
          </p:cNvSpPr>
          <p:nvPr>
            <p:ph type="body" idx="1"/>
          </p:nvPr>
        </p:nvSpPr>
        <p:spPr>
          <a:xfrm>
            <a:off x="677334" y="2160589"/>
            <a:ext cx="9438216" cy="4545011"/>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s-PE" sz="2400" b="0" i="1" dirty="0"/>
              <a:t>La URL (URL, del inglés </a:t>
            </a:r>
            <a:r>
              <a:rPr lang="es-PE" sz="2400" b="0" i="1" dirty="0" err="1"/>
              <a:t>uniform</a:t>
            </a:r>
            <a:r>
              <a:rPr lang="es-PE" sz="2400" b="0" i="1" dirty="0"/>
              <a:t> </a:t>
            </a:r>
            <a:r>
              <a:rPr lang="es-PE" sz="2400" b="0" i="1" dirty="0" err="1"/>
              <a:t>resources</a:t>
            </a:r>
            <a:r>
              <a:rPr lang="es-PE" sz="2400" b="0" i="1" dirty="0"/>
              <a:t> </a:t>
            </a:r>
            <a:r>
              <a:rPr lang="es-PE" sz="2400" b="0" i="1" dirty="0" err="1"/>
              <a:t>locator</a:t>
            </a:r>
            <a:r>
              <a:rPr lang="es-PE" sz="2400" b="0" i="1" dirty="0"/>
              <a:t>), o localizador uniforme de recursos, es la dirección de un sitio web. </a:t>
            </a:r>
            <a:endParaRPr sz="2400" dirty="0"/>
          </a:p>
          <a:p>
            <a:pPr marL="342900" lvl="0" indent="-342900" algn="l" rtl="0">
              <a:spcBef>
                <a:spcPts val="1000"/>
              </a:spcBef>
              <a:spcAft>
                <a:spcPts val="0"/>
              </a:spcAft>
              <a:buSzPts val="1440"/>
              <a:buChar char="►"/>
            </a:pPr>
            <a:r>
              <a:rPr lang="es-PE" sz="2400" b="0" i="1" dirty="0"/>
              <a:t>Se utiliza para enlazar páginas webs entre sí a través del lenguaje </a:t>
            </a:r>
            <a:r>
              <a:rPr lang="es-PE" sz="2400" b="0" i="1" dirty="0" err="1"/>
              <a:t>Hyper</a:t>
            </a:r>
            <a:r>
              <a:rPr lang="es-PE" sz="2400" b="0" i="1" dirty="0"/>
              <a:t> Text Mark-up, más conocido como "HTML". Un "URL" se compone de varias partes, y cada una forma una conexión para la comunicación.</a:t>
            </a:r>
            <a:endParaRPr sz="2400" dirty="0"/>
          </a:p>
          <a:p>
            <a:pPr marL="342900" lvl="0" indent="-342900" algn="l" rtl="0">
              <a:spcBef>
                <a:spcPts val="1000"/>
              </a:spcBef>
              <a:spcAft>
                <a:spcPts val="0"/>
              </a:spcAft>
              <a:buSzPts val="1440"/>
              <a:buChar char="►"/>
            </a:pPr>
            <a:r>
              <a:rPr lang="es-PE" sz="2400" b="1" dirty="0" err="1"/>
              <a:t>HTTP</a:t>
            </a:r>
            <a:r>
              <a:rPr lang="es-PE" sz="2400" dirty="0" err="1"/>
              <a:t>"Http</a:t>
            </a:r>
            <a:r>
              <a:rPr lang="es-PE" sz="2400" dirty="0"/>
              <a:t>" es un protocolo de comunicación entre el navegador y el servidor web. Un protocolo define un conjunto de reglas para que el navegador y el servidor web "hablen" con claridad el uno con el otro.</a:t>
            </a:r>
            <a:endParaRPr sz="2400" b="1" dirty="0"/>
          </a:p>
          <a:p>
            <a:pPr marL="342900" lvl="0" indent="-251459" algn="l" rtl="0">
              <a:spcBef>
                <a:spcPts val="1000"/>
              </a:spcBef>
              <a:spcAft>
                <a:spcPts val="0"/>
              </a:spcAft>
              <a:buSzPts val="1440"/>
              <a:buNone/>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1"/>
          <p:cNvSpPr txBox="1">
            <a:spLocks noGrp="1"/>
          </p:cNvSpPr>
          <p:nvPr>
            <p:ph type="title"/>
          </p:nvPr>
        </p:nvSpPr>
        <p:spPr>
          <a:xfrm>
            <a:off x="671500" y="136228"/>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2"/>
              </a:buClr>
              <a:buSzPts val="3600"/>
              <a:buFont typeface="Trebuchet MS"/>
              <a:buNone/>
            </a:pPr>
            <a:r>
              <a:rPr lang="es-PE" b="1" dirty="0">
                <a:solidFill>
                  <a:schemeClr val="dk2"/>
                </a:solidFill>
              </a:rPr>
              <a:t>Cómo funciona</a:t>
            </a:r>
            <a:br>
              <a:rPr lang="es-PE" b="1" dirty="0"/>
            </a:br>
            <a:endParaRPr dirty="0"/>
          </a:p>
        </p:txBody>
      </p:sp>
      <p:sp>
        <p:nvSpPr>
          <p:cNvPr id="162" name="Google Shape;162;p21"/>
          <p:cNvSpPr txBox="1">
            <a:spLocks noGrp="1"/>
          </p:cNvSpPr>
          <p:nvPr>
            <p:ph type="body" idx="1"/>
          </p:nvPr>
        </p:nvSpPr>
        <p:spPr>
          <a:xfrm>
            <a:off x="671500" y="1520368"/>
            <a:ext cx="9044000" cy="4708941"/>
          </a:xfrm>
          <a:prstGeom prst="rect">
            <a:avLst/>
          </a:prstGeom>
          <a:solidFill>
            <a:srgbClr val="FFFFFF"/>
          </a:solid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800"/>
              <a:buFont typeface="Noto Sans Symbols"/>
              <a:buNone/>
            </a:pPr>
            <a:r>
              <a:rPr lang="es-PE" sz="2400" b="0" i="0" u="none" strike="noStrike" cap="none" dirty="0">
                <a:solidFill>
                  <a:srgbClr val="000000"/>
                </a:solidFill>
                <a:latin typeface="Roboto"/>
                <a:ea typeface="Roboto"/>
                <a:cs typeface="Roboto"/>
                <a:sym typeface="Roboto"/>
              </a:rPr>
              <a:t>La extensión .</a:t>
            </a:r>
            <a:r>
              <a:rPr lang="es-PE" sz="2400" b="0" i="0" u="none" strike="noStrike" cap="none" dirty="0" err="1">
                <a:solidFill>
                  <a:srgbClr val="000000"/>
                </a:solidFill>
                <a:latin typeface="Roboto"/>
                <a:ea typeface="Roboto"/>
                <a:cs typeface="Roboto"/>
                <a:sym typeface="Roboto"/>
              </a:rPr>
              <a:t>com</a:t>
            </a:r>
            <a:r>
              <a:rPr lang="es-PE" sz="2400" b="0" i="0" u="none" strike="noStrike" cap="none" dirty="0">
                <a:solidFill>
                  <a:srgbClr val="000000"/>
                </a:solidFill>
                <a:latin typeface="Roboto"/>
                <a:ea typeface="Roboto"/>
                <a:cs typeface="Roboto"/>
                <a:sym typeface="Roboto"/>
              </a:rPr>
              <a:t> es un dominio de "nivel superior", en contraste con la dirección de red particular, </a:t>
            </a:r>
            <a:endParaRPr sz="2400" dirty="0"/>
          </a:p>
          <a:p>
            <a:pPr marL="0" marR="0" lvl="0" indent="0" algn="l" rtl="0">
              <a:lnSpc>
                <a:spcPct val="100000"/>
              </a:lnSpc>
              <a:spcBef>
                <a:spcPts val="0"/>
              </a:spcBef>
              <a:spcAft>
                <a:spcPts val="0"/>
              </a:spcAft>
              <a:buClr>
                <a:srgbClr val="000000"/>
              </a:buClr>
              <a:buSzPts val="1800"/>
              <a:buFont typeface="Noto Sans Symbols"/>
              <a:buNone/>
            </a:pPr>
            <a:r>
              <a:rPr lang="es-PE" sz="2400" b="0" i="0" u="none" strike="noStrike" cap="none" dirty="0">
                <a:solidFill>
                  <a:srgbClr val="000000"/>
                </a:solidFill>
                <a:latin typeface="Roboto"/>
                <a:ea typeface="Roboto"/>
                <a:cs typeface="Roboto"/>
                <a:sym typeface="Roboto"/>
              </a:rPr>
              <a:t>la cual es un "subdominio." </a:t>
            </a:r>
            <a:endParaRPr sz="2400" dirty="0"/>
          </a:p>
          <a:p>
            <a:pPr marL="0" marR="0" lvl="0" indent="0" algn="l" rtl="0">
              <a:lnSpc>
                <a:spcPct val="100000"/>
              </a:lnSpc>
              <a:spcBef>
                <a:spcPts val="0"/>
              </a:spcBef>
              <a:spcAft>
                <a:spcPts val="0"/>
              </a:spcAft>
              <a:buClr>
                <a:srgbClr val="000000"/>
              </a:buClr>
              <a:buSzPts val="1800"/>
              <a:buFont typeface="Noto Sans Symbols"/>
              <a:buNone/>
            </a:pPr>
            <a:r>
              <a:rPr lang="es-PE" sz="2400" b="0" i="0" u="none" strike="noStrike" cap="none" dirty="0">
                <a:solidFill>
                  <a:srgbClr val="000000"/>
                </a:solidFill>
                <a:latin typeface="Roboto"/>
                <a:ea typeface="Roboto"/>
                <a:cs typeface="Roboto"/>
                <a:sym typeface="Roboto"/>
              </a:rPr>
              <a:t>Cada dominio de nivel superior (.</a:t>
            </a:r>
            <a:r>
              <a:rPr lang="es-PE" sz="2400" b="0" i="0" u="none" strike="noStrike" cap="none" dirty="0" err="1">
                <a:solidFill>
                  <a:srgbClr val="000000"/>
                </a:solidFill>
                <a:latin typeface="Roboto"/>
                <a:ea typeface="Roboto"/>
                <a:cs typeface="Roboto"/>
                <a:sym typeface="Roboto"/>
              </a:rPr>
              <a:t>gov</a:t>
            </a:r>
            <a:r>
              <a:rPr lang="es-PE" sz="2400" b="0" i="0" u="none" strike="noStrike" cap="none" dirty="0">
                <a:solidFill>
                  <a:srgbClr val="000000"/>
                </a:solidFill>
                <a:latin typeface="Roboto"/>
                <a:ea typeface="Roboto"/>
                <a:cs typeface="Roboto"/>
                <a:sym typeface="Roboto"/>
              </a:rPr>
              <a:t>, .</a:t>
            </a:r>
            <a:r>
              <a:rPr lang="es-PE" sz="2400" b="0" i="0" u="none" strike="noStrike" cap="none" dirty="0" err="1">
                <a:solidFill>
                  <a:srgbClr val="000000"/>
                </a:solidFill>
                <a:latin typeface="Roboto"/>
                <a:ea typeface="Roboto"/>
                <a:cs typeface="Roboto"/>
                <a:sym typeface="Roboto"/>
              </a:rPr>
              <a:t>edu</a:t>
            </a:r>
            <a:r>
              <a:rPr lang="es-PE" sz="2400" b="0" i="0" u="none" strike="noStrike" cap="none" dirty="0">
                <a:solidFill>
                  <a:srgbClr val="000000"/>
                </a:solidFill>
                <a:latin typeface="Roboto"/>
                <a:ea typeface="Roboto"/>
                <a:cs typeface="Roboto"/>
                <a:sym typeface="Roboto"/>
              </a:rPr>
              <a:t>, .</a:t>
            </a:r>
            <a:r>
              <a:rPr lang="es-PE" sz="2400" b="0" i="0" u="none" strike="noStrike" cap="none" dirty="0" err="1">
                <a:solidFill>
                  <a:srgbClr val="000000"/>
                </a:solidFill>
                <a:latin typeface="Roboto"/>
                <a:ea typeface="Roboto"/>
                <a:cs typeface="Roboto"/>
                <a:sym typeface="Roboto"/>
              </a:rPr>
              <a:t>com</a:t>
            </a:r>
            <a:r>
              <a:rPr lang="es-PE" sz="2400" b="0" i="0" u="none" strike="noStrike" cap="none" dirty="0">
                <a:solidFill>
                  <a:srgbClr val="000000"/>
                </a:solidFill>
                <a:latin typeface="Roboto"/>
                <a:ea typeface="Roboto"/>
                <a:cs typeface="Roboto"/>
                <a:sym typeface="Roboto"/>
              </a:rPr>
              <a:t>, .</a:t>
            </a:r>
            <a:r>
              <a:rPr lang="es-PE" sz="2400" b="0" i="0" u="none" strike="noStrike" cap="none" dirty="0" err="1">
                <a:solidFill>
                  <a:srgbClr val="000000"/>
                </a:solidFill>
                <a:latin typeface="Roboto"/>
                <a:ea typeface="Roboto"/>
                <a:cs typeface="Roboto"/>
                <a:sym typeface="Roboto"/>
              </a:rPr>
              <a:t>org</a:t>
            </a:r>
            <a:r>
              <a:rPr lang="es-PE" sz="2400" b="0" i="0" u="none" strike="noStrike" cap="none" dirty="0">
                <a:solidFill>
                  <a:srgbClr val="000000"/>
                </a:solidFill>
                <a:latin typeface="Roboto"/>
                <a:ea typeface="Roboto"/>
                <a:cs typeface="Roboto"/>
                <a:sym typeface="Roboto"/>
              </a:rPr>
              <a:t> y otros) tiene "registradores“  que asignan nuevas direcciones Web. </a:t>
            </a:r>
            <a:endParaRPr sz="2400" dirty="0"/>
          </a:p>
          <a:p>
            <a:pPr marL="0" marR="0" lvl="0" indent="0" algn="l" rtl="0">
              <a:lnSpc>
                <a:spcPct val="100000"/>
              </a:lnSpc>
              <a:spcBef>
                <a:spcPts val="0"/>
              </a:spcBef>
              <a:spcAft>
                <a:spcPts val="0"/>
              </a:spcAft>
              <a:buClr>
                <a:schemeClr val="dk1"/>
              </a:buClr>
              <a:buSzPts val="1800"/>
              <a:buFont typeface="Noto Sans Symbols"/>
              <a:buNone/>
            </a:pPr>
            <a:endParaRPr sz="2400" b="0" i="0" u="none" strike="noStrike" cap="none" dirty="0">
              <a:solidFill>
                <a:srgbClr val="000000"/>
              </a:solidFill>
              <a:latin typeface="Roboto"/>
              <a:ea typeface="Roboto"/>
              <a:cs typeface="Roboto"/>
              <a:sym typeface="Roboto"/>
            </a:endParaRPr>
          </a:p>
          <a:p>
            <a:pPr marL="0" marR="0" lvl="0" indent="0" algn="l" rtl="0">
              <a:lnSpc>
                <a:spcPct val="100000"/>
              </a:lnSpc>
              <a:spcBef>
                <a:spcPts val="0"/>
              </a:spcBef>
              <a:spcAft>
                <a:spcPts val="0"/>
              </a:spcAft>
              <a:buClr>
                <a:srgbClr val="000000"/>
              </a:buClr>
              <a:buSzPts val="1800"/>
              <a:buFont typeface="Noto Sans Symbols"/>
              <a:buNone/>
            </a:pPr>
            <a:r>
              <a:rPr lang="es-PE" sz="2400" b="0" i="0" u="none" strike="noStrike" cap="none" dirty="0">
                <a:solidFill>
                  <a:srgbClr val="000000"/>
                </a:solidFill>
                <a:latin typeface="Roboto"/>
                <a:ea typeface="Roboto"/>
                <a:cs typeface="Roboto"/>
                <a:sym typeface="Roboto"/>
              </a:rPr>
              <a:t>Algunos dominios están restringidos </a:t>
            </a:r>
            <a:endParaRPr sz="2400" dirty="0"/>
          </a:p>
          <a:p>
            <a:pPr marL="0" marR="0" lvl="0" indent="0" algn="l" rtl="0">
              <a:lnSpc>
                <a:spcPct val="100000"/>
              </a:lnSpc>
              <a:spcBef>
                <a:spcPts val="0"/>
              </a:spcBef>
              <a:spcAft>
                <a:spcPts val="0"/>
              </a:spcAft>
              <a:buClr>
                <a:srgbClr val="000000"/>
              </a:buClr>
              <a:buSzPts val="1800"/>
              <a:buFont typeface="Noto Sans Symbols"/>
              <a:buNone/>
            </a:pPr>
            <a:r>
              <a:rPr lang="es-PE" sz="2400" b="0" i="0" u="none" strike="noStrike" cap="none" dirty="0">
                <a:solidFill>
                  <a:srgbClr val="000000"/>
                </a:solidFill>
                <a:latin typeface="Roboto"/>
                <a:ea typeface="Roboto"/>
                <a:cs typeface="Roboto"/>
                <a:sym typeface="Roboto"/>
              </a:rPr>
              <a:t>por ejemplo, debes ser una universidad acreditada de cuatro años para obtener una dirección .</a:t>
            </a:r>
            <a:r>
              <a:rPr lang="es-PE" sz="2400" b="0" i="0" u="none" strike="noStrike" cap="none" dirty="0" err="1">
                <a:solidFill>
                  <a:srgbClr val="000000"/>
                </a:solidFill>
                <a:latin typeface="Roboto"/>
                <a:ea typeface="Roboto"/>
                <a:cs typeface="Roboto"/>
                <a:sym typeface="Roboto"/>
              </a:rPr>
              <a:t>edu</a:t>
            </a:r>
            <a:r>
              <a:rPr lang="es-PE" sz="2400" b="0" i="0" u="none" strike="noStrike" cap="none" dirty="0">
                <a:solidFill>
                  <a:srgbClr val="000000"/>
                </a:solidFill>
                <a:latin typeface="Roboto"/>
                <a:ea typeface="Roboto"/>
                <a:cs typeface="Roboto"/>
                <a:sym typeface="Roboto"/>
              </a:rPr>
              <a:t> , </a:t>
            </a:r>
            <a:endParaRPr sz="2400" dirty="0"/>
          </a:p>
          <a:p>
            <a:pPr marL="0" marR="0" lvl="0" indent="0" algn="l" rtl="0">
              <a:lnSpc>
                <a:spcPct val="100000"/>
              </a:lnSpc>
              <a:spcBef>
                <a:spcPts val="0"/>
              </a:spcBef>
              <a:spcAft>
                <a:spcPts val="0"/>
              </a:spcAft>
              <a:buClr>
                <a:srgbClr val="000000"/>
              </a:buClr>
              <a:buSzPts val="1800"/>
              <a:buFont typeface="Noto Sans Symbols"/>
              <a:buNone/>
            </a:pPr>
            <a:r>
              <a:rPr lang="es-PE" sz="2400" b="0" i="0" u="none" strike="noStrike" cap="none" dirty="0">
                <a:solidFill>
                  <a:srgbClr val="000000"/>
                </a:solidFill>
                <a:latin typeface="Roboto"/>
                <a:ea typeface="Roboto"/>
                <a:cs typeface="Roboto"/>
                <a:sym typeface="Roboto"/>
              </a:rPr>
              <a:t>otros como .</a:t>
            </a:r>
            <a:r>
              <a:rPr lang="es-PE" sz="2400" b="0" i="0" u="none" strike="noStrike" cap="none" dirty="0" err="1">
                <a:solidFill>
                  <a:srgbClr val="000000"/>
                </a:solidFill>
                <a:latin typeface="Roboto"/>
                <a:ea typeface="Roboto"/>
                <a:cs typeface="Roboto"/>
                <a:sym typeface="Roboto"/>
              </a:rPr>
              <a:t>com</a:t>
            </a:r>
            <a:r>
              <a:rPr lang="es-PE" sz="2400" b="0" i="0" u="none" strike="noStrike" cap="none" dirty="0">
                <a:solidFill>
                  <a:srgbClr val="000000"/>
                </a:solidFill>
                <a:latin typeface="Roboto"/>
                <a:ea typeface="Roboto"/>
                <a:cs typeface="Roboto"/>
                <a:sym typeface="Roboto"/>
              </a:rPr>
              <a:t> son genéricos y cualquier persona puede conseguirlos.</a:t>
            </a:r>
            <a:endParaRPr sz="24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Noto Sans Symbols"/>
              <a:buNone/>
            </a:pPr>
            <a:br>
              <a:rPr lang="es-PE" sz="1800" b="0" i="0" u="none" strike="noStrike" cap="none" dirty="0">
                <a:solidFill>
                  <a:srgbClr val="000000"/>
                </a:solidFill>
                <a:latin typeface="Roboto"/>
                <a:ea typeface="Roboto"/>
                <a:cs typeface="Roboto"/>
                <a:sym typeface="Roboto"/>
              </a:rPr>
            </a:br>
            <a:endParaRPr sz="1800" b="0" i="0" u="none" strike="noStrike" cap="none" dirty="0">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66"/>
        <p:cNvGrpSpPr/>
        <p:nvPr/>
      </p:nvGrpSpPr>
      <p:grpSpPr>
        <a:xfrm>
          <a:off x="0" y="0"/>
          <a:ext cx="0" cy="0"/>
          <a:chOff x="0" y="0"/>
          <a:chExt cx="0" cy="0"/>
        </a:xfrm>
      </p:grpSpPr>
      <p:sp>
        <p:nvSpPr>
          <p:cNvPr id="167" name="Google Shape;167;p22"/>
          <p:cNvSpPr txBox="1">
            <a:spLocks noGrp="1"/>
          </p:cNvSpPr>
          <p:nvPr>
            <p:ph type="body" idx="1"/>
          </p:nvPr>
        </p:nvSpPr>
        <p:spPr>
          <a:xfrm>
            <a:off x="357296" y="-101048"/>
            <a:ext cx="11060720" cy="7248396"/>
          </a:xfrm>
          <a:prstGeom prst="rect">
            <a:avLst/>
          </a:prstGeom>
          <a:solidFill>
            <a:srgbClr val="FFFFFF"/>
          </a:solidFill>
          <a:ln>
            <a:noFill/>
          </a:ln>
        </p:spPr>
        <p:txBody>
          <a:bodyPr spcFirstLastPara="1" wrap="square" lIns="0" tIns="158700" rIns="0" bIns="39675" anchor="ctr" anchorCtr="0">
            <a:spAutoFit/>
          </a:bodyPr>
          <a:lstStyle/>
          <a:p>
            <a:pPr marL="0" marR="0" lvl="0" indent="0" algn="l" rtl="0">
              <a:lnSpc>
                <a:spcPct val="100000"/>
              </a:lnSpc>
              <a:spcBef>
                <a:spcPts val="0"/>
              </a:spcBef>
              <a:spcAft>
                <a:spcPts val="0"/>
              </a:spcAft>
              <a:buClr>
                <a:schemeClr val="dk2"/>
              </a:buClr>
              <a:buSzPts val="3200"/>
              <a:buFont typeface="Noto Sans Symbols"/>
              <a:buNone/>
            </a:pPr>
            <a:r>
              <a:rPr lang="es-PE" sz="3200" b="0" i="0" u="none" strike="noStrike" cap="none" dirty="0">
                <a:solidFill>
                  <a:schemeClr val="dk2"/>
                </a:solidFill>
                <a:latin typeface="Arial"/>
                <a:ea typeface="Arial"/>
                <a:cs typeface="Arial"/>
                <a:sym typeface="Arial"/>
              </a:rPr>
              <a:t>Tipos de dominios genéricos, existen tres categorías:</a:t>
            </a:r>
            <a:endParaRPr dirty="0"/>
          </a:p>
          <a:p>
            <a:pPr marL="0" marR="0" lvl="0" indent="0" algn="l" rtl="0">
              <a:lnSpc>
                <a:spcPct val="100000"/>
              </a:lnSpc>
              <a:spcBef>
                <a:spcPts val="0"/>
              </a:spcBef>
              <a:spcAft>
                <a:spcPts val="0"/>
              </a:spcAft>
              <a:buClr>
                <a:schemeClr val="dk1"/>
              </a:buClr>
              <a:buSzPts val="2400"/>
              <a:buFont typeface="Noto Sans Symbols"/>
              <a:buNone/>
            </a:pPr>
            <a:endParaRPr sz="2400" b="0" i="0" u="none" strike="noStrike" cap="none" dirty="0">
              <a:solidFill>
                <a:schemeClr val="dk1"/>
              </a:solidFill>
              <a:latin typeface="Arial"/>
              <a:ea typeface="Arial"/>
              <a:cs typeface="Arial"/>
              <a:sym typeface="Arial"/>
            </a:endParaRPr>
          </a:p>
          <a:p>
            <a:pPr marL="0" marR="0" lvl="0" indent="-152400" algn="l" rtl="0">
              <a:lnSpc>
                <a:spcPct val="100000"/>
              </a:lnSpc>
              <a:spcBef>
                <a:spcPts val="0"/>
              </a:spcBef>
              <a:spcAft>
                <a:spcPts val="0"/>
              </a:spcAft>
              <a:buClr>
                <a:srgbClr val="202122"/>
              </a:buClr>
              <a:buSzPts val="2400"/>
              <a:buFont typeface="Noto Sans Symbols"/>
              <a:buChar char="●"/>
            </a:pPr>
            <a:r>
              <a:rPr lang="es-PE" sz="2400" b="1" i="0" u="none" strike="noStrike" cap="none" dirty="0">
                <a:solidFill>
                  <a:srgbClr val="202122"/>
                </a:solidFill>
                <a:latin typeface="Arial"/>
                <a:ea typeface="Arial"/>
                <a:cs typeface="Arial"/>
                <a:sym typeface="Arial"/>
              </a:rPr>
              <a:t>Genéricos de propósito general:</a:t>
            </a:r>
            <a:r>
              <a:rPr lang="es-PE" sz="2400" b="0" i="0" u="none" strike="noStrike" cap="none" dirty="0">
                <a:solidFill>
                  <a:srgbClr val="202122"/>
                </a:solidFill>
                <a:latin typeface="Arial"/>
                <a:ea typeface="Arial"/>
                <a:cs typeface="Arial"/>
                <a:sym typeface="Arial"/>
              </a:rPr>
              <a:t> Son gestionados directamente </a:t>
            </a:r>
            <a:endParaRPr dirty="0"/>
          </a:p>
          <a:p>
            <a:pPr marL="0" marR="0" lvl="0" indent="0" algn="l" rtl="0">
              <a:lnSpc>
                <a:spcPct val="100000"/>
              </a:lnSpc>
              <a:spcBef>
                <a:spcPts val="0"/>
              </a:spcBef>
              <a:spcAft>
                <a:spcPts val="0"/>
              </a:spcAft>
              <a:buClr>
                <a:srgbClr val="202122"/>
              </a:buClr>
              <a:buSzPts val="2400"/>
              <a:buFont typeface="Noto Sans Symbols"/>
              <a:buNone/>
            </a:pPr>
            <a:r>
              <a:rPr lang="es-PE" sz="2400" b="0" i="0" u="none" strike="noStrike" cap="none" dirty="0">
                <a:solidFill>
                  <a:srgbClr val="202122"/>
                </a:solidFill>
                <a:latin typeface="Arial"/>
                <a:ea typeface="Arial"/>
                <a:cs typeface="Arial"/>
                <a:sym typeface="Arial"/>
              </a:rPr>
              <a:t>por la ICANN(</a:t>
            </a:r>
            <a:r>
              <a:rPr lang="es-MX" sz="2400" b="0" i="0" dirty="0">
                <a:solidFill>
                  <a:srgbClr val="212529"/>
                </a:solidFill>
                <a:effectLst/>
                <a:latin typeface="Open Sans" panose="020B0606030504020204" pitchFamily="34" charset="0"/>
              </a:rPr>
              <a:t>(Internet </a:t>
            </a:r>
            <a:r>
              <a:rPr lang="es-MX" sz="2400" b="0" i="0" dirty="0" err="1">
                <a:solidFill>
                  <a:srgbClr val="212529"/>
                </a:solidFill>
                <a:effectLst/>
                <a:latin typeface="Open Sans" panose="020B0606030504020204" pitchFamily="34" charset="0"/>
              </a:rPr>
              <a:t>Corporation</a:t>
            </a:r>
            <a:r>
              <a:rPr lang="es-MX" sz="2400" b="0" i="0" dirty="0">
                <a:solidFill>
                  <a:srgbClr val="212529"/>
                </a:solidFill>
                <a:effectLst/>
                <a:latin typeface="Open Sans" panose="020B0606030504020204" pitchFamily="34" charset="0"/>
              </a:rPr>
              <a:t> </a:t>
            </a:r>
            <a:r>
              <a:rPr lang="es-MX" sz="2400" b="0" i="0" dirty="0" err="1">
                <a:solidFill>
                  <a:srgbClr val="212529"/>
                </a:solidFill>
                <a:effectLst/>
                <a:latin typeface="Open Sans" panose="020B0606030504020204" pitchFamily="34" charset="0"/>
              </a:rPr>
              <a:t>for</a:t>
            </a:r>
            <a:r>
              <a:rPr lang="es-MX" sz="2400" b="0" i="0" dirty="0">
                <a:solidFill>
                  <a:srgbClr val="212529"/>
                </a:solidFill>
                <a:effectLst/>
                <a:latin typeface="Open Sans" panose="020B0606030504020204" pitchFamily="34" charset="0"/>
              </a:rPr>
              <a:t> </a:t>
            </a:r>
            <a:r>
              <a:rPr lang="es-MX" sz="2400" b="0" i="0" dirty="0" err="1">
                <a:solidFill>
                  <a:srgbClr val="212529"/>
                </a:solidFill>
                <a:effectLst/>
                <a:latin typeface="Open Sans" panose="020B0606030504020204" pitchFamily="34" charset="0"/>
              </a:rPr>
              <a:t>Assigned</a:t>
            </a:r>
            <a:r>
              <a:rPr lang="es-MX" sz="2400" b="0" i="0" dirty="0">
                <a:solidFill>
                  <a:srgbClr val="212529"/>
                </a:solidFill>
                <a:effectLst/>
                <a:latin typeface="Open Sans" panose="020B0606030504020204" pitchFamily="34" charset="0"/>
              </a:rPr>
              <a:t> </a:t>
            </a:r>
            <a:r>
              <a:rPr lang="es-MX" sz="2400" b="0" i="0" dirty="0" err="1">
                <a:solidFill>
                  <a:srgbClr val="212529"/>
                </a:solidFill>
                <a:effectLst/>
                <a:latin typeface="Open Sans" panose="020B0606030504020204" pitchFamily="34" charset="0"/>
              </a:rPr>
              <a:t>Names</a:t>
            </a:r>
            <a:r>
              <a:rPr lang="es-MX" sz="2400" b="0" i="0" dirty="0">
                <a:solidFill>
                  <a:srgbClr val="212529"/>
                </a:solidFill>
                <a:effectLst/>
                <a:latin typeface="Open Sans" panose="020B0606030504020204" pitchFamily="34" charset="0"/>
              </a:rPr>
              <a:t> and </a:t>
            </a:r>
            <a:r>
              <a:rPr lang="es-MX" sz="2400" b="0" i="0" dirty="0" err="1">
                <a:solidFill>
                  <a:srgbClr val="212529"/>
                </a:solidFill>
                <a:effectLst/>
                <a:latin typeface="Open Sans" panose="020B0606030504020204" pitchFamily="34" charset="0"/>
              </a:rPr>
              <a:t>Numbers</a:t>
            </a:r>
            <a:r>
              <a:rPr lang="es-MX" sz="2400" b="0" i="0" dirty="0">
                <a:solidFill>
                  <a:srgbClr val="212529"/>
                </a:solidFill>
                <a:effectLst/>
                <a:latin typeface="Open Sans" panose="020B0606030504020204" pitchFamily="34" charset="0"/>
              </a:rPr>
              <a:t>) es una organización pública sin ánimo de lucro que se dedica a gestionar la </a:t>
            </a:r>
            <a:r>
              <a:rPr lang="es-MX" sz="2400" b="1" i="0" dirty="0">
                <a:solidFill>
                  <a:srgbClr val="212529"/>
                </a:solidFill>
                <a:effectLst/>
                <a:latin typeface="Open Sans" panose="020B0606030504020204" pitchFamily="34" charset="0"/>
              </a:rPr>
              <a:t>asignación de nombres de dominio de primer nivel y de direcciones IP a nivel mundial</a:t>
            </a:r>
            <a:r>
              <a:rPr lang="es-MX" sz="2400" b="0" i="0" dirty="0">
                <a:solidFill>
                  <a:srgbClr val="212529"/>
                </a:solidFill>
                <a:effectLst/>
                <a:latin typeface="Open Sans" panose="020B0606030504020204" pitchFamily="34" charset="0"/>
              </a:rPr>
              <a:t>.</a:t>
            </a:r>
            <a:r>
              <a:rPr lang="es-PE" sz="2400" b="0" i="0" u="none" strike="noStrike" cap="none" dirty="0">
                <a:solidFill>
                  <a:srgbClr val="202122"/>
                </a:solidFill>
                <a:latin typeface="Arial"/>
                <a:ea typeface="Arial"/>
                <a:cs typeface="Arial"/>
                <a:sym typeface="Arial"/>
              </a:rPr>
              <a:t> ) y están disponibles para cualquier persona o entidad</a:t>
            </a:r>
            <a:endParaRPr dirty="0"/>
          </a:p>
          <a:p>
            <a:pPr marL="0" marR="0" lvl="0" indent="0" algn="l" rtl="0">
              <a:lnSpc>
                <a:spcPct val="100000"/>
              </a:lnSpc>
              <a:spcBef>
                <a:spcPts val="0"/>
              </a:spcBef>
              <a:spcAft>
                <a:spcPts val="0"/>
              </a:spcAft>
              <a:buClr>
                <a:srgbClr val="202122"/>
              </a:buClr>
              <a:buSzPts val="2400"/>
              <a:buFont typeface="Noto Sans Symbols"/>
              <a:buNone/>
            </a:pPr>
            <a:r>
              <a:rPr lang="es-PE" sz="2400" b="0" i="0" u="none" strike="noStrike" cap="none" dirty="0">
                <a:solidFill>
                  <a:srgbClr val="202122"/>
                </a:solidFill>
                <a:latin typeface="Arial"/>
                <a:ea typeface="Arial"/>
                <a:cs typeface="Arial"/>
                <a:sym typeface="Arial"/>
              </a:rPr>
              <a:t> para cualquier uso.</a:t>
            </a:r>
            <a:endParaRPr dirty="0"/>
          </a:p>
          <a:p>
            <a:pPr marL="0" marR="0" lvl="0" indent="0" algn="l" rtl="0">
              <a:lnSpc>
                <a:spcPct val="100000"/>
              </a:lnSpc>
              <a:spcBef>
                <a:spcPts val="0"/>
              </a:spcBef>
              <a:spcAft>
                <a:spcPts val="0"/>
              </a:spcAft>
              <a:buClr>
                <a:schemeClr val="dk1"/>
              </a:buClr>
              <a:buSzPts val="2400"/>
              <a:buFont typeface="Noto Sans Symbols"/>
              <a:buNone/>
            </a:pPr>
            <a:endParaRPr sz="2400" b="0" i="0" u="none" strike="noStrike" cap="none" dirty="0">
              <a:solidFill>
                <a:srgbClr val="202122"/>
              </a:solidFill>
              <a:latin typeface="Arial"/>
              <a:ea typeface="Arial"/>
              <a:cs typeface="Arial"/>
              <a:sym typeface="Arial"/>
            </a:endParaRPr>
          </a:p>
          <a:p>
            <a:pPr marL="0" marR="0" lvl="0" indent="0" algn="l" rtl="0">
              <a:lnSpc>
                <a:spcPct val="100000"/>
              </a:lnSpc>
              <a:spcBef>
                <a:spcPts val="0"/>
              </a:spcBef>
              <a:spcAft>
                <a:spcPts val="0"/>
              </a:spcAft>
              <a:buClr>
                <a:srgbClr val="202122"/>
              </a:buClr>
              <a:buSzPts val="2400"/>
              <a:buFont typeface="Noto Sans Symbols"/>
              <a:buNone/>
            </a:pPr>
            <a:r>
              <a:rPr lang="es-PE" sz="2400" b="0" i="0" u="none" strike="noStrike" cap="none" dirty="0">
                <a:solidFill>
                  <a:srgbClr val="202122"/>
                </a:solidFill>
                <a:latin typeface="Arial"/>
                <a:ea typeface="Arial"/>
                <a:cs typeface="Arial"/>
                <a:sym typeface="Arial"/>
              </a:rPr>
              <a:t> En este grupo están incluidos entre otros </a:t>
            </a:r>
            <a:r>
              <a:rPr lang="es-PE" sz="2400" b="0" i="0" u="none" strike="noStrike" cap="none" dirty="0">
                <a:solidFill>
                  <a:srgbClr val="202122"/>
                </a:solidFill>
                <a:latin typeface="Courier New"/>
                <a:ea typeface="Courier New"/>
                <a:cs typeface="Courier New"/>
                <a:sym typeface="Courier New"/>
              </a:rPr>
              <a:t>.</a:t>
            </a:r>
            <a:r>
              <a:rPr lang="es-PE" sz="2400" b="0" i="0" u="none" strike="noStrike" cap="none" dirty="0" err="1">
                <a:solidFill>
                  <a:srgbClr val="202122"/>
                </a:solidFill>
                <a:latin typeface="Courier New"/>
                <a:ea typeface="Courier New"/>
                <a:cs typeface="Courier New"/>
                <a:sym typeface="Courier New"/>
              </a:rPr>
              <a:t>com</a:t>
            </a:r>
            <a:r>
              <a:rPr lang="es-PE" sz="2400" b="0" i="0" u="none" strike="noStrike" cap="none" dirty="0">
                <a:solidFill>
                  <a:srgbClr val="202122"/>
                </a:solidFill>
                <a:latin typeface="Arial"/>
                <a:ea typeface="Arial"/>
                <a:cs typeface="Arial"/>
                <a:sym typeface="Arial"/>
              </a:rPr>
              <a:t>, </a:t>
            </a:r>
            <a:r>
              <a:rPr lang="es-PE" sz="2400" b="0" i="0" u="none" strike="noStrike" cap="none" dirty="0" err="1">
                <a:solidFill>
                  <a:srgbClr val="202122"/>
                </a:solidFill>
                <a:latin typeface="Courier New"/>
                <a:ea typeface="Courier New"/>
                <a:cs typeface="Courier New"/>
                <a:sym typeface="Courier New"/>
              </a:rPr>
              <a:t>.net</a:t>
            </a:r>
            <a:r>
              <a:rPr lang="es-PE" sz="2400" b="0" i="0" u="none" strike="noStrike" cap="none" dirty="0">
                <a:solidFill>
                  <a:srgbClr val="202122"/>
                </a:solidFill>
                <a:latin typeface="Arial"/>
                <a:ea typeface="Arial"/>
                <a:cs typeface="Arial"/>
                <a:sym typeface="Arial"/>
              </a:rPr>
              <a:t>, </a:t>
            </a:r>
            <a:r>
              <a:rPr lang="es-PE" sz="2400" b="0" i="0" u="none" strike="noStrike" cap="none" dirty="0">
                <a:solidFill>
                  <a:srgbClr val="202122"/>
                </a:solidFill>
                <a:latin typeface="Courier New"/>
                <a:ea typeface="Courier New"/>
                <a:cs typeface="Courier New"/>
                <a:sym typeface="Courier New"/>
              </a:rPr>
              <a:t>.</a:t>
            </a:r>
            <a:r>
              <a:rPr lang="es-PE" sz="2400" b="0" i="0" u="none" strike="noStrike" cap="none" dirty="0" err="1">
                <a:solidFill>
                  <a:srgbClr val="202122"/>
                </a:solidFill>
                <a:latin typeface="Courier New"/>
                <a:ea typeface="Courier New"/>
                <a:cs typeface="Courier New"/>
                <a:sym typeface="Courier New"/>
              </a:rPr>
              <a:t>org</a:t>
            </a:r>
            <a:r>
              <a:rPr lang="es-PE" sz="2400" b="0" i="0" u="none" strike="noStrike" cap="none" dirty="0">
                <a:solidFill>
                  <a:srgbClr val="202122"/>
                </a:solidFill>
                <a:latin typeface="Arial"/>
                <a:ea typeface="Arial"/>
                <a:cs typeface="Arial"/>
                <a:sym typeface="Arial"/>
              </a:rPr>
              <a:t> e </a:t>
            </a:r>
            <a:r>
              <a:rPr lang="es-PE" sz="2400" b="0" i="0" u="none" strike="noStrike" cap="none" dirty="0">
                <a:solidFill>
                  <a:srgbClr val="202122"/>
                </a:solidFill>
                <a:latin typeface="Courier New"/>
                <a:ea typeface="Courier New"/>
                <a:cs typeface="Courier New"/>
                <a:sym typeface="Courier New"/>
              </a:rPr>
              <a:t>.</a:t>
            </a:r>
            <a:r>
              <a:rPr lang="es-PE" sz="2400" b="0" i="0" u="none" strike="noStrike" cap="none" dirty="0" err="1">
                <a:solidFill>
                  <a:srgbClr val="202122"/>
                </a:solidFill>
                <a:latin typeface="Courier New"/>
                <a:ea typeface="Courier New"/>
                <a:cs typeface="Courier New"/>
                <a:sym typeface="Courier New"/>
              </a:rPr>
              <a:t>info</a:t>
            </a:r>
            <a:r>
              <a:rPr lang="es-PE" sz="2400" b="0" i="0" u="none" strike="noStrike" cap="none" dirty="0">
                <a:solidFill>
                  <a:srgbClr val="202122"/>
                </a:solidFill>
                <a:latin typeface="Arial"/>
                <a:ea typeface="Arial"/>
                <a:cs typeface="Arial"/>
                <a:sym typeface="Arial"/>
              </a:rPr>
              <a:t>. </a:t>
            </a:r>
            <a:endParaRPr dirty="0"/>
          </a:p>
          <a:p>
            <a:pPr marL="0" marR="0" lvl="0" indent="0" algn="l" rtl="0">
              <a:lnSpc>
                <a:spcPct val="100000"/>
              </a:lnSpc>
              <a:spcBef>
                <a:spcPts val="0"/>
              </a:spcBef>
              <a:spcAft>
                <a:spcPts val="0"/>
              </a:spcAft>
              <a:buClr>
                <a:srgbClr val="202122"/>
              </a:buClr>
              <a:buSzPts val="2400"/>
              <a:buFont typeface="Noto Sans Symbols"/>
              <a:buNone/>
            </a:pPr>
            <a:r>
              <a:rPr lang="es-PE" sz="2400" b="0" i="0" u="none" strike="noStrike" cap="none" dirty="0">
                <a:solidFill>
                  <a:srgbClr val="202122"/>
                </a:solidFill>
                <a:latin typeface="Arial"/>
                <a:ea typeface="Arial"/>
                <a:cs typeface="Arial"/>
                <a:sym typeface="Arial"/>
              </a:rPr>
              <a:t>Los tres primeros tenían inicialmente un público objetivo específico. </a:t>
            </a:r>
            <a:endParaRPr dirty="0"/>
          </a:p>
          <a:p>
            <a:pPr marL="0" marR="0" lvl="0" indent="0" algn="l" rtl="0">
              <a:lnSpc>
                <a:spcPct val="100000"/>
              </a:lnSpc>
              <a:spcBef>
                <a:spcPts val="0"/>
              </a:spcBef>
              <a:spcAft>
                <a:spcPts val="0"/>
              </a:spcAft>
              <a:buClr>
                <a:schemeClr val="dk1"/>
              </a:buClr>
              <a:buSzPts val="2400"/>
              <a:buFont typeface="Noto Sans Symbols"/>
              <a:buNone/>
            </a:pPr>
            <a:endParaRPr sz="2400" b="0" i="0" u="none" strike="noStrike" cap="none" dirty="0">
              <a:solidFill>
                <a:srgbClr val="202122"/>
              </a:solidFill>
              <a:latin typeface="Arial"/>
              <a:ea typeface="Arial"/>
              <a:cs typeface="Arial"/>
              <a:sym typeface="Arial"/>
            </a:endParaRPr>
          </a:p>
          <a:p>
            <a:pPr marL="0" marR="0" lvl="0" indent="0" algn="l" rtl="0">
              <a:lnSpc>
                <a:spcPct val="100000"/>
              </a:lnSpc>
              <a:spcBef>
                <a:spcPts val="0"/>
              </a:spcBef>
              <a:spcAft>
                <a:spcPts val="0"/>
              </a:spcAft>
              <a:buClr>
                <a:srgbClr val="202122"/>
              </a:buClr>
              <a:buSzPts val="2400"/>
              <a:buFont typeface="Noto Sans Symbols"/>
              <a:buNone/>
            </a:pPr>
            <a:r>
              <a:rPr lang="es-PE" sz="2400" b="0" i="0" u="none" strike="noStrike" cap="none" dirty="0">
                <a:solidFill>
                  <a:srgbClr val="202122"/>
                </a:solidFill>
                <a:latin typeface="Arial"/>
                <a:ea typeface="Arial"/>
                <a:cs typeface="Arial"/>
                <a:sym typeface="Arial"/>
              </a:rPr>
              <a:t>Sin embargo, debido a su falta de restricciones y al hecho de que no había nadie</a:t>
            </a:r>
            <a:endParaRPr dirty="0"/>
          </a:p>
          <a:p>
            <a:pPr marL="0" marR="0" lvl="0" indent="0" algn="l" rtl="0">
              <a:lnSpc>
                <a:spcPct val="100000"/>
              </a:lnSpc>
              <a:spcBef>
                <a:spcPts val="0"/>
              </a:spcBef>
              <a:spcAft>
                <a:spcPts val="0"/>
              </a:spcAft>
              <a:buClr>
                <a:srgbClr val="202122"/>
              </a:buClr>
              <a:buSzPts val="2400"/>
              <a:buFont typeface="Noto Sans Symbols"/>
              <a:buNone/>
            </a:pPr>
            <a:r>
              <a:rPr lang="es-PE" sz="2400" b="0" i="0" u="none" strike="noStrike" cap="none" dirty="0">
                <a:solidFill>
                  <a:srgbClr val="202122"/>
                </a:solidFill>
                <a:latin typeface="Arial"/>
                <a:ea typeface="Arial"/>
                <a:cs typeface="Arial"/>
                <a:sym typeface="Arial"/>
              </a:rPr>
              <a:t>que controlara su uso correcto, han adquirido un carácter comercial no siempre</a:t>
            </a:r>
            <a:endParaRPr dirty="0"/>
          </a:p>
          <a:p>
            <a:pPr marL="0" marR="0" lvl="0" indent="0" algn="l" rtl="0">
              <a:lnSpc>
                <a:spcPct val="100000"/>
              </a:lnSpc>
              <a:spcBef>
                <a:spcPts val="0"/>
              </a:spcBef>
              <a:spcAft>
                <a:spcPts val="0"/>
              </a:spcAft>
              <a:buClr>
                <a:srgbClr val="202122"/>
              </a:buClr>
              <a:buSzPts val="2400"/>
              <a:buFont typeface="Noto Sans Symbols"/>
              <a:buNone/>
            </a:pPr>
            <a:r>
              <a:rPr lang="es-PE" sz="2400" b="0" i="0" u="none" strike="noStrike" cap="none" dirty="0">
                <a:solidFill>
                  <a:srgbClr val="202122"/>
                </a:solidFill>
                <a:latin typeface="Arial"/>
                <a:ea typeface="Arial"/>
                <a:cs typeface="Arial"/>
                <a:sym typeface="Arial"/>
              </a:rPr>
              <a:t> relacionado con su propósito inicial. </a:t>
            </a:r>
            <a:endParaRPr dirty="0"/>
          </a:p>
          <a:p>
            <a:pPr marL="0" marR="0" lvl="0" indent="0" algn="l" rtl="0">
              <a:lnSpc>
                <a:spcPct val="100000"/>
              </a:lnSpc>
              <a:spcBef>
                <a:spcPts val="0"/>
              </a:spcBef>
              <a:spcAft>
                <a:spcPts val="0"/>
              </a:spcAft>
              <a:buClr>
                <a:schemeClr val="dk1"/>
              </a:buClr>
              <a:buSzPts val="2400"/>
              <a:buFont typeface="Noto Sans Symbols"/>
              <a:buNone/>
            </a:pPr>
            <a:endParaRPr sz="2400" b="0" i="0" u="none" strike="noStrike" cap="none" dirty="0">
              <a:solidFill>
                <a:srgbClr val="C00000"/>
              </a:solidFill>
              <a:latin typeface="Arial"/>
              <a:ea typeface="Arial"/>
              <a:cs typeface="Arial"/>
              <a:sym typeface="Arial"/>
            </a:endParaRPr>
          </a:p>
          <a:p>
            <a:pPr marL="0" marR="0" lvl="0" indent="0" algn="l" rtl="0">
              <a:lnSpc>
                <a:spcPct val="100000"/>
              </a:lnSpc>
              <a:spcBef>
                <a:spcPts val="0"/>
              </a:spcBef>
              <a:spcAft>
                <a:spcPts val="0"/>
              </a:spcAft>
              <a:buClr>
                <a:srgbClr val="202122"/>
              </a:buClr>
              <a:buSzPts val="2400"/>
              <a:buFont typeface="Noto Sans Symbols"/>
              <a:buNone/>
            </a:pPr>
            <a:r>
              <a:rPr lang="es-PE" sz="2400" b="0" i="0" u="none" strike="noStrike" cap="none" dirty="0">
                <a:solidFill>
                  <a:srgbClr val="202122"/>
                </a:solidFill>
                <a:latin typeface="Arial"/>
                <a:ea typeface="Arial"/>
                <a:cs typeface="Arial"/>
                <a:sym typeface="Arial"/>
              </a:rPr>
              <a:t>Por otra parte, </a:t>
            </a:r>
            <a:r>
              <a:rPr lang="es-PE" sz="2400" b="1" i="0" u="none" strike="noStrike" cap="none" dirty="0">
                <a:solidFill>
                  <a:srgbClr val="C00000"/>
                </a:solidFill>
                <a:latin typeface="Courier New"/>
                <a:ea typeface="Courier New"/>
                <a:cs typeface="Courier New"/>
                <a:sym typeface="Courier New"/>
              </a:rPr>
              <a:t>.</a:t>
            </a:r>
            <a:r>
              <a:rPr lang="es-PE" sz="2400" b="1" i="0" u="none" strike="noStrike" cap="none" dirty="0" err="1">
                <a:solidFill>
                  <a:srgbClr val="C00000"/>
                </a:solidFill>
                <a:latin typeface="Courier New"/>
                <a:ea typeface="Courier New"/>
                <a:cs typeface="Courier New"/>
                <a:sym typeface="Courier New"/>
              </a:rPr>
              <a:t>info</a:t>
            </a:r>
            <a:r>
              <a:rPr lang="es-PE" sz="2400" b="0" i="0" u="none" strike="noStrike" cap="none" dirty="0">
                <a:solidFill>
                  <a:srgbClr val="202122"/>
                </a:solidFill>
                <a:latin typeface="Arial"/>
                <a:ea typeface="Arial"/>
                <a:cs typeface="Arial"/>
                <a:sym typeface="Arial"/>
              </a:rPr>
              <a:t> fue fletado expresamente con restricciones, aunque </a:t>
            </a:r>
            <a:endParaRPr dirty="0"/>
          </a:p>
          <a:p>
            <a:pPr marL="0" marR="0" lvl="0" indent="0" algn="l" rtl="0">
              <a:lnSpc>
                <a:spcPct val="100000"/>
              </a:lnSpc>
              <a:spcBef>
                <a:spcPts val="0"/>
              </a:spcBef>
              <a:spcAft>
                <a:spcPts val="0"/>
              </a:spcAft>
              <a:buClr>
                <a:srgbClr val="202122"/>
              </a:buClr>
              <a:buSzPts val="2400"/>
              <a:buFont typeface="Noto Sans Symbols"/>
              <a:buNone/>
            </a:pPr>
            <a:r>
              <a:rPr lang="es-PE" sz="2400" b="0" i="0" u="none" strike="noStrike" cap="none" dirty="0">
                <a:solidFill>
                  <a:srgbClr val="202122"/>
                </a:solidFill>
                <a:latin typeface="Arial"/>
                <a:ea typeface="Arial"/>
                <a:cs typeface="Arial"/>
                <a:sym typeface="Arial"/>
              </a:rPr>
              <a:t>posteriormente fueron eliminadas y actualmente su uso es libre.</a:t>
            </a:r>
            <a:endParaRPr dirty="0"/>
          </a:p>
          <a:p>
            <a:pPr marL="0" marR="0" lvl="0" indent="0" algn="l" rtl="0">
              <a:lnSpc>
                <a:spcPct val="100000"/>
              </a:lnSpc>
              <a:spcBef>
                <a:spcPts val="0"/>
              </a:spcBef>
              <a:spcAft>
                <a:spcPts val="0"/>
              </a:spcAft>
              <a:buClr>
                <a:schemeClr val="dk1"/>
              </a:buClr>
              <a:buSzPts val="1800"/>
              <a:buFont typeface="Noto Sans Symbols"/>
              <a:buNone/>
            </a:pPr>
            <a:endParaRPr sz="1800" b="0" i="0" u="none" strike="noStrike" cap="none" dirty="0">
              <a:solidFill>
                <a:schemeClr val="dk1"/>
              </a:solidFill>
              <a:latin typeface="Arial"/>
              <a:ea typeface="Arial"/>
              <a:cs typeface="Arial"/>
              <a:sym typeface="Arial"/>
            </a:endParaRPr>
          </a:p>
        </p:txBody>
      </p:sp>
      <p:pic>
        <p:nvPicPr>
          <p:cNvPr id="1026" name="Picture 2" descr="Qué es la ICANN y cómo funciona">
            <a:extLst>
              <a:ext uri="{FF2B5EF4-FFF2-40B4-BE49-F238E27FC236}">
                <a16:creationId xmlns:a16="http://schemas.microsoft.com/office/drawing/2014/main" id="{CEFA7FBF-C45C-1AEA-3796-4C7EB77242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91750" y="152400"/>
            <a:ext cx="1642954" cy="11049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3"/>
          <p:cNvSpPr txBox="1">
            <a:spLocks noGrp="1"/>
          </p:cNvSpPr>
          <p:nvPr>
            <p:ph type="body" idx="1"/>
          </p:nvPr>
        </p:nvSpPr>
        <p:spPr>
          <a:xfrm>
            <a:off x="838200" y="567159"/>
            <a:ext cx="10515600" cy="5609804"/>
          </a:xfrm>
          <a:prstGeom prst="rect">
            <a:avLst/>
          </a:prstGeom>
          <a:noFill/>
          <a:ln>
            <a:noFill/>
          </a:ln>
        </p:spPr>
        <p:txBody>
          <a:bodyPr spcFirstLastPara="1" wrap="square" lIns="91425" tIns="45700" rIns="91425" bIns="45700" anchor="t" anchorCtr="0">
            <a:normAutofit/>
          </a:bodyPr>
          <a:lstStyle/>
          <a:p>
            <a:pPr marL="457200" lvl="1" indent="0" algn="l" rtl="0">
              <a:lnSpc>
                <a:spcPct val="100000"/>
              </a:lnSpc>
              <a:spcBef>
                <a:spcPts val="0"/>
              </a:spcBef>
              <a:spcAft>
                <a:spcPts val="0"/>
              </a:spcAft>
              <a:buSzPts val="2240"/>
              <a:buNone/>
            </a:pPr>
            <a:r>
              <a:rPr lang="es-PE" sz="2800" b="1" i="0" u="none" strike="noStrike" cap="none" dirty="0">
                <a:solidFill>
                  <a:srgbClr val="202122"/>
                </a:solidFill>
              </a:rPr>
              <a:t>Genéricos-restringidos:</a:t>
            </a:r>
            <a:r>
              <a:rPr lang="es-PE" sz="2800" b="0" i="0" u="none" strike="noStrike" cap="none" dirty="0">
                <a:solidFill>
                  <a:srgbClr val="202122"/>
                </a:solidFill>
              </a:rPr>
              <a:t> Aunque son gestionados por la ICANN igual que los anteriores,</a:t>
            </a:r>
            <a:endParaRPr sz="2800" dirty="0"/>
          </a:p>
          <a:p>
            <a:pPr marL="457200" lvl="1" indent="0" algn="l" rtl="0">
              <a:lnSpc>
                <a:spcPct val="100000"/>
              </a:lnSpc>
              <a:spcBef>
                <a:spcPts val="1000"/>
              </a:spcBef>
              <a:spcAft>
                <a:spcPts val="0"/>
              </a:spcAft>
              <a:buSzPts val="1280"/>
              <a:buNone/>
            </a:pPr>
            <a:r>
              <a:rPr lang="es-PE" sz="2800" b="0" i="0" u="none" strike="noStrike" cap="none" dirty="0">
                <a:solidFill>
                  <a:srgbClr val="202122"/>
                </a:solidFill>
              </a:rPr>
              <a:t> su uso está restringido a unos determinados propósitos, </a:t>
            </a:r>
            <a:endParaRPr sz="2800" dirty="0"/>
          </a:p>
          <a:p>
            <a:pPr marL="0" lvl="0" indent="0" algn="l" rtl="0">
              <a:lnSpc>
                <a:spcPct val="100000"/>
              </a:lnSpc>
              <a:spcBef>
                <a:spcPts val="0"/>
              </a:spcBef>
              <a:spcAft>
                <a:spcPts val="0"/>
              </a:spcAft>
              <a:buSzPts val="1440"/>
              <a:buNone/>
            </a:pPr>
            <a:r>
              <a:rPr lang="es-PE" sz="2800" b="0" i="0" u="none" strike="noStrike" cap="none" dirty="0">
                <a:solidFill>
                  <a:srgbClr val="202122"/>
                </a:solidFill>
              </a:rPr>
              <a:t>        lo que limita su utilización comercial. </a:t>
            </a:r>
            <a:endParaRPr sz="2800" dirty="0"/>
          </a:p>
          <a:p>
            <a:pPr marL="0" lvl="0" indent="0" algn="l" rtl="0">
              <a:lnSpc>
                <a:spcPct val="100000"/>
              </a:lnSpc>
              <a:spcBef>
                <a:spcPts val="0"/>
              </a:spcBef>
              <a:spcAft>
                <a:spcPts val="0"/>
              </a:spcAft>
              <a:buSzPts val="1440"/>
              <a:buNone/>
            </a:pPr>
            <a:endParaRPr sz="2800" b="0" i="0" u="none" strike="noStrike" cap="none" dirty="0">
              <a:solidFill>
                <a:srgbClr val="202122"/>
              </a:solidFill>
            </a:endParaRPr>
          </a:p>
          <a:p>
            <a:pPr marL="0" lvl="0" indent="-91440" algn="l" rtl="0">
              <a:lnSpc>
                <a:spcPct val="100000"/>
              </a:lnSpc>
              <a:spcBef>
                <a:spcPts val="0"/>
              </a:spcBef>
              <a:spcAft>
                <a:spcPts val="0"/>
              </a:spcAft>
              <a:buSzPts val="1440"/>
              <a:buFont typeface="Trebuchet MS"/>
              <a:buChar char="•"/>
            </a:pPr>
            <a:r>
              <a:rPr lang="es-PE" sz="2800" b="0" i="0" u="none" strike="noStrike" cap="none" dirty="0">
                <a:solidFill>
                  <a:srgbClr val="202122"/>
                </a:solidFill>
              </a:rPr>
              <a:t>Dentro de este grupo están incluidos </a:t>
            </a:r>
            <a:r>
              <a:rPr lang="es-PE" sz="2800" b="0" i="0" u="none" strike="noStrike" cap="none" dirty="0">
                <a:solidFill>
                  <a:srgbClr val="202122"/>
                </a:solidFill>
                <a:latin typeface="Courier New"/>
                <a:ea typeface="Courier New"/>
                <a:cs typeface="Courier New"/>
                <a:sym typeface="Courier New"/>
              </a:rPr>
              <a:t>.</a:t>
            </a:r>
            <a:r>
              <a:rPr lang="es-PE" sz="2800" b="0" i="0" u="none" strike="noStrike" cap="none" dirty="0" err="1">
                <a:solidFill>
                  <a:srgbClr val="202122"/>
                </a:solidFill>
                <a:latin typeface="Courier New"/>
                <a:ea typeface="Courier New"/>
                <a:cs typeface="Courier New"/>
                <a:sym typeface="Courier New"/>
              </a:rPr>
              <a:t>biz</a:t>
            </a:r>
            <a:r>
              <a:rPr lang="es-PE" sz="2800" b="0" i="0" u="none" strike="noStrike" cap="none" dirty="0">
                <a:solidFill>
                  <a:srgbClr val="202122"/>
                </a:solidFill>
              </a:rPr>
              <a:t>, </a:t>
            </a:r>
            <a:r>
              <a:rPr lang="es-PE" sz="2800" b="0" i="0" u="none" strike="noStrike" cap="none" dirty="0">
                <a:solidFill>
                  <a:srgbClr val="202122"/>
                </a:solidFill>
                <a:latin typeface="Courier New"/>
                <a:ea typeface="Courier New"/>
                <a:cs typeface="Courier New"/>
                <a:sym typeface="Courier New"/>
              </a:rPr>
              <a:t>.</a:t>
            </a:r>
            <a:r>
              <a:rPr lang="es-PE" sz="2800" b="0" i="0" u="none" strike="noStrike" cap="none" dirty="0" err="1">
                <a:solidFill>
                  <a:srgbClr val="202122"/>
                </a:solidFill>
                <a:latin typeface="Courier New"/>
                <a:ea typeface="Courier New"/>
                <a:cs typeface="Courier New"/>
                <a:sym typeface="Courier New"/>
              </a:rPr>
              <a:t>name</a:t>
            </a:r>
            <a:r>
              <a:rPr lang="es-PE" sz="2800" b="0" i="0" u="none" strike="noStrike" cap="none" dirty="0">
                <a:solidFill>
                  <a:srgbClr val="202122"/>
                </a:solidFill>
              </a:rPr>
              <a:t> y </a:t>
            </a:r>
            <a:r>
              <a:rPr lang="es-PE" sz="2800" b="0" i="0" u="none" strike="noStrike" cap="none" dirty="0">
                <a:solidFill>
                  <a:srgbClr val="202122"/>
                </a:solidFill>
                <a:latin typeface="Courier New"/>
                <a:ea typeface="Courier New"/>
                <a:cs typeface="Courier New"/>
                <a:sym typeface="Courier New"/>
              </a:rPr>
              <a:t>.pro</a:t>
            </a:r>
            <a:r>
              <a:rPr lang="es-PE" sz="2800" b="0" i="0" u="none" strike="noStrike" cap="none" dirty="0">
                <a:solidFill>
                  <a:srgbClr val="202122"/>
                </a:solidFill>
              </a:rPr>
              <a:t>.</a:t>
            </a:r>
            <a:endParaRPr sz="2800" dirty="0"/>
          </a:p>
          <a:p>
            <a:pPr marL="0" lvl="0" indent="-91440" algn="l" rtl="0">
              <a:lnSpc>
                <a:spcPct val="100000"/>
              </a:lnSpc>
              <a:spcBef>
                <a:spcPts val="0"/>
              </a:spcBef>
              <a:spcAft>
                <a:spcPts val="0"/>
              </a:spcAft>
              <a:buSzPts val="1440"/>
              <a:buFont typeface="Trebuchet MS"/>
              <a:buChar char="•"/>
            </a:pPr>
            <a:r>
              <a:rPr lang="es-PE" sz="2800" b="0" i="0" u="none" strike="noStrike" cap="none" dirty="0">
                <a:solidFill>
                  <a:srgbClr val="202122"/>
                </a:solidFill>
              </a:rPr>
              <a:t> El registro y uso dentro de estos dominios está condicionado al cumplimiento de una serie de requisitos. </a:t>
            </a:r>
            <a:endParaRPr sz="2800" dirty="0"/>
          </a:p>
          <a:p>
            <a:pPr marL="0" lvl="0" indent="0" algn="l" rtl="0">
              <a:lnSpc>
                <a:spcPct val="100000"/>
              </a:lnSpc>
              <a:spcBef>
                <a:spcPts val="0"/>
              </a:spcBef>
              <a:spcAft>
                <a:spcPts val="0"/>
              </a:spcAft>
              <a:buSzPts val="1440"/>
              <a:buFont typeface="Trebuchet MS"/>
              <a:buNone/>
            </a:pPr>
            <a:endParaRPr sz="2800" b="0" i="0" u="none" strike="noStrike" cap="none" dirty="0">
              <a:solidFill>
                <a:srgbClr val="202122"/>
              </a:solidFill>
            </a:endParaRPr>
          </a:p>
          <a:p>
            <a:pPr marL="0" lvl="0" indent="-91440" algn="l" rtl="0">
              <a:lnSpc>
                <a:spcPct val="100000"/>
              </a:lnSpc>
              <a:spcBef>
                <a:spcPts val="0"/>
              </a:spcBef>
              <a:spcAft>
                <a:spcPts val="0"/>
              </a:spcAft>
              <a:buSzPts val="1440"/>
              <a:buFont typeface="Trebuchet MS"/>
              <a:buChar char="•"/>
            </a:pPr>
            <a:r>
              <a:rPr lang="es-PE" sz="2800" b="0" i="0" u="none" strike="noStrike" cap="none" dirty="0">
                <a:solidFill>
                  <a:srgbClr val="202122"/>
                </a:solidFill>
              </a:rPr>
              <a:t>Por ejemplo, el dominio </a:t>
            </a:r>
            <a:r>
              <a:rPr lang="es-PE" sz="2800" b="0" i="0" u="none" strike="noStrike" cap="none" dirty="0">
                <a:solidFill>
                  <a:srgbClr val="202122"/>
                </a:solidFill>
                <a:latin typeface="Courier New"/>
                <a:ea typeface="Courier New"/>
                <a:cs typeface="Courier New"/>
                <a:sym typeface="Courier New"/>
              </a:rPr>
              <a:t>.pro</a:t>
            </a:r>
            <a:r>
              <a:rPr lang="es-PE" sz="2800" b="0" i="0" u="none" strike="noStrike" cap="none" dirty="0">
                <a:solidFill>
                  <a:srgbClr val="202122"/>
                </a:solidFill>
              </a:rPr>
              <a:t> solo puede ser utilizado por profesionales acreditados.</a:t>
            </a:r>
            <a:endParaRPr sz="2800" dirty="0"/>
          </a:p>
          <a:p>
            <a:pPr marL="342900" lvl="0" indent="-251459" algn="l" rtl="0">
              <a:spcBef>
                <a:spcPts val="1000"/>
              </a:spcBef>
              <a:spcAft>
                <a:spcPts val="0"/>
              </a:spcAft>
              <a:buSzPts val="1440"/>
              <a:buNone/>
            </a:pP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4"/>
          <p:cNvSpPr txBox="1">
            <a:spLocks noGrp="1"/>
          </p:cNvSpPr>
          <p:nvPr>
            <p:ph type="body" idx="1"/>
          </p:nvPr>
        </p:nvSpPr>
        <p:spPr>
          <a:xfrm>
            <a:off x="664579" y="381000"/>
            <a:ext cx="10515600" cy="61341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s-PE" sz="2400" b="1" dirty="0">
                <a:solidFill>
                  <a:srgbClr val="202122"/>
                </a:solidFill>
              </a:rPr>
              <a:t>Patrocinados:</a:t>
            </a:r>
            <a:r>
              <a:rPr lang="es-PE" sz="2400" dirty="0">
                <a:solidFill>
                  <a:srgbClr val="202122"/>
                </a:solidFill>
              </a:rPr>
              <a:t> Son dominios apoyados y gestionados por entidades independientes de la ICANN, aunque siguen una política y reglamentación fijada de forma compartida entre la ICANN y el organismo patrocinador. </a:t>
            </a:r>
            <a:endParaRPr sz="2400" dirty="0"/>
          </a:p>
          <a:p>
            <a:pPr marL="342900" lvl="0" indent="-342900" algn="l" rtl="0">
              <a:spcBef>
                <a:spcPts val="1000"/>
              </a:spcBef>
              <a:spcAft>
                <a:spcPts val="0"/>
              </a:spcAft>
              <a:buSzPts val="1440"/>
              <a:buChar char="►"/>
            </a:pPr>
            <a:r>
              <a:rPr lang="es-PE" sz="2400" dirty="0">
                <a:solidFill>
                  <a:srgbClr val="202122"/>
                </a:solidFill>
              </a:rPr>
              <a:t>Estos dominios están destinados a un uso específico, por lo que su uso es restringido. </a:t>
            </a:r>
            <a:endParaRPr sz="2400" dirty="0"/>
          </a:p>
          <a:p>
            <a:pPr marL="342900" lvl="0" indent="-342900" algn="l" rtl="0">
              <a:spcBef>
                <a:spcPts val="1000"/>
              </a:spcBef>
              <a:spcAft>
                <a:spcPts val="0"/>
              </a:spcAft>
              <a:buSzPts val="1440"/>
              <a:buChar char="►"/>
            </a:pPr>
            <a:r>
              <a:rPr lang="es-PE" sz="2400" dirty="0">
                <a:solidFill>
                  <a:srgbClr val="202122"/>
                </a:solidFill>
              </a:rPr>
              <a:t>Por ejemplo, el dominio </a:t>
            </a:r>
            <a:r>
              <a:rPr lang="es-PE" sz="2400" dirty="0">
                <a:solidFill>
                  <a:srgbClr val="202122"/>
                </a:solidFill>
                <a:latin typeface="Courier New"/>
                <a:ea typeface="Courier New"/>
                <a:cs typeface="Courier New"/>
                <a:sym typeface="Courier New"/>
              </a:rPr>
              <a:t>.</a:t>
            </a:r>
            <a:r>
              <a:rPr lang="es-PE" sz="2400" dirty="0" err="1">
                <a:solidFill>
                  <a:srgbClr val="202122"/>
                </a:solidFill>
                <a:latin typeface="Courier New"/>
                <a:ea typeface="Courier New"/>
                <a:cs typeface="Courier New"/>
                <a:sym typeface="Courier New"/>
              </a:rPr>
              <a:t>cat</a:t>
            </a:r>
            <a:r>
              <a:rPr lang="es-PE" sz="2400" dirty="0">
                <a:solidFill>
                  <a:srgbClr val="202122"/>
                </a:solidFill>
              </a:rPr>
              <a:t> creado como dominio para la cultura e idioma catalanes, tiene expresamente prohibido su uso para páginas web de gatos (</a:t>
            </a:r>
            <a:r>
              <a:rPr lang="es-PE" sz="2400" i="1" dirty="0" err="1">
                <a:solidFill>
                  <a:srgbClr val="202122"/>
                </a:solidFill>
              </a:rPr>
              <a:t>cat</a:t>
            </a:r>
            <a:r>
              <a:rPr lang="es-PE" sz="2400" dirty="0">
                <a:solidFill>
                  <a:srgbClr val="202122"/>
                </a:solidFill>
              </a:rPr>
              <a:t> es gato en </a:t>
            </a:r>
            <a:r>
              <a:rPr lang="es-PE" sz="2400" u="sng" dirty="0">
                <a:solidFill>
                  <a:schemeClr val="hlink"/>
                </a:solidFill>
                <a:hlinkClick r:id="rId3"/>
              </a:rPr>
              <a:t>inglés</a:t>
            </a:r>
            <a:r>
              <a:rPr lang="es-PE" sz="2400" dirty="0">
                <a:solidFill>
                  <a:srgbClr val="202122"/>
                </a:solidFill>
              </a:rPr>
              <a:t>), salvo que la página esté relacionada con la cultura o lengua catalana.</a:t>
            </a:r>
            <a:endParaRPr sz="2400" dirty="0"/>
          </a:p>
          <a:p>
            <a:pPr marL="342900" lvl="0" indent="-342900" algn="l" rtl="0">
              <a:spcBef>
                <a:spcPts val="1000"/>
              </a:spcBef>
              <a:spcAft>
                <a:spcPts val="0"/>
              </a:spcAft>
              <a:buSzPts val="1440"/>
              <a:buChar char="►"/>
            </a:pPr>
            <a:r>
              <a:rPr lang="es-PE" sz="2400" dirty="0">
                <a:solidFill>
                  <a:srgbClr val="202122"/>
                </a:solidFill>
              </a:rPr>
              <a:t> El incumplimiento de la restricción da lugar a la pérdida del dominio.</a:t>
            </a:r>
            <a:endParaRPr sz="2400" dirty="0"/>
          </a:p>
          <a:p>
            <a:pPr marL="342900" lvl="0" indent="-251459" algn="l" rtl="0">
              <a:spcBef>
                <a:spcPts val="1000"/>
              </a:spcBef>
              <a:spcAft>
                <a:spcPts val="0"/>
              </a:spcAft>
              <a:buSzPts val="1440"/>
              <a:buNone/>
            </a:pP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5"/>
          <p:cNvSpPr txBox="1">
            <a:spLocks noGrp="1"/>
          </p:cNvSpPr>
          <p:nvPr>
            <p:ph type="body" idx="1"/>
          </p:nvPr>
        </p:nvSpPr>
        <p:spPr>
          <a:xfrm>
            <a:off x="838200" y="520861"/>
            <a:ext cx="10515600" cy="5656102"/>
          </a:xfrm>
          <a:prstGeom prst="rect">
            <a:avLst/>
          </a:prstGeom>
          <a:noFill/>
          <a:ln>
            <a:noFill/>
          </a:ln>
        </p:spPr>
        <p:txBody>
          <a:bodyPr spcFirstLastPara="1" wrap="square" lIns="91425" tIns="45700" rIns="91425" bIns="45700" anchor="t" anchorCtr="0">
            <a:normAutofit/>
          </a:bodyPr>
          <a:lstStyle/>
          <a:p>
            <a:pPr marL="0" lvl="0" indent="-91440" algn="l" rtl="0">
              <a:lnSpc>
                <a:spcPct val="100000"/>
              </a:lnSpc>
              <a:spcBef>
                <a:spcPts val="0"/>
              </a:spcBef>
              <a:spcAft>
                <a:spcPts val="0"/>
              </a:spcAft>
              <a:buSzPts val="1440"/>
              <a:buFont typeface="Trebuchet MS"/>
              <a:buChar char="•"/>
            </a:pPr>
            <a:r>
              <a:rPr lang="es-PE" sz="2800" b="1" dirty="0">
                <a:solidFill>
                  <a:srgbClr val="202122"/>
                </a:solidFill>
              </a:rPr>
              <a:t>Genéricos comerciales</a:t>
            </a:r>
            <a:r>
              <a:rPr lang="es-PE" sz="2800" dirty="0">
                <a:solidFill>
                  <a:srgbClr val="202122"/>
                </a:solidFill>
              </a:rPr>
              <a:t>: Son gestionados por empresas o entidades independientes y disponibles para cualquier uso.</a:t>
            </a:r>
            <a:endParaRPr sz="2800" dirty="0"/>
          </a:p>
          <a:p>
            <a:pPr marL="0" lvl="0" indent="0" algn="l" rtl="0">
              <a:lnSpc>
                <a:spcPct val="100000"/>
              </a:lnSpc>
              <a:spcBef>
                <a:spcPts val="0"/>
              </a:spcBef>
              <a:spcAft>
                <a:spcPts val="0"/>
              </a:spcAft>
              <a:buSzPts val="1440"/>
              <a:buNone/>
            </a:pPr>
            <a:endParaRPr sz="2800" dirty="0">
              <a:solidFill>
                <a:srgbClr val="202122"/>
              </a:solidFill>
            </a:endParaRPr>
          </a:p>
          <a:p>
            <a:pPr marL="0" lvl="0" indent="-91440" algn="l" rtl="0">
              <a:lnSpc>
                <a:spcPct val="100000"/>
              </a:lnSpc>
              <a:spcBef>
                <a:spcPts val="0"/>
              </a:spcBef>
              <a:spcAft>
                <a:spcPts val="0"/>
              </a:spcAft>
              <a:buSzPts val="1440"/>
              <a:buFont typeface="Trebuchet MS"/>
              <a:buChar char="•"/>
            </a:pPr>
            <a:r>
              <a:rPr lang="es-PE" sz="2800" dirty="0">
                <a:solidFill>
                  <a:srgbClr val="202122"/>
                </a:solidFill>
              </a:rPr>
              <a:t> Se consiguen mediante el pago de importantes cantidades a la ICANN tanto por la solicitud como por el mantenimiento del dominio. </a:t>
            </a:r>
            <a:endParaRPr sz="2800" dirty="0"/>
          </a:p>
          <a:p>
            <a:pPr marL="0" lvl="0" indent="-91440" algn="l" rtl="0">
              <a:lnSpc>
                <a:spcPct val="100000"/>
              </a:lnSpc>
              <a:spcBef>
                <a:spcPts val="0"/>
              </a:spcBef>
              <a:spcAft>
                <a:spcPts val="0"/>
              </a:spcAft>
              <a:buSzPts val="1440"/>
              <a:buFont typeface="Trebuchet MS"/>
              <a:buChar char="•"/>
            </a:pPr>
            <a:r>
              <a:rPr lang="es-PE" sz="2800" dirty="0">
                <a:solidFill>
                  <a:srgbClr val="202122"/>
                </a:solidFill>
              </a:rPr>
              <a:t>Su coste es mayor que el de un dominio patrocinado, pero a cambio no tiene restricciones de uso.</a:t>
            </a:r>
            <a:endParaRPr sz="2800" dirty="0"/>
          </a:p>
          <a:p>
            <a:pPr marL="0" lvl="0" indent="0" algn="l" rtl="0">
              <a:lnSpc>
                <a:spcPct val="100000"/>
              </a:lnSpc>
              <a:spcBef>
                <a:spcPts val="0"/>
              </a:spcBef>
              <a:spcAft>
                <a:spcPts val="0"/>
              </a:spcAft>
              <a:buSzPts val="1440"/>
              <a:buNone/>
            </a:pPr>
            <a:r>
              <a:rPr lang="es-PE" sz="2800" dirty="0">
                <a:solidFill>
                  <a:srgbClr val="202122"/>
                </a:solidFill>
              </a:rPr>
              <a:t>Algunos dominios que inicialmente nacieron como genéricos-restringidos gestionados por la ICANN, han pasado a ser dominios patrocinados y gestionados por otras entidades de acuerdo a la reglamentación acordada con la ICANN. </a:t>
            </a:r>
            <a:endParaRPr sz="2800" dirty="0"/>
          </a:p>
          <a:p>
            <a:pPr marL="0" lvl="0" indent="0" algn="l" rtl="0">
              <a:lnSpc>
                <a:spcPct val="100000"/>
              </a:lnSpc>
              <a:spcBef>
                <a:spcPts val="0"/>
              </a:spcBef>
              <a:spcAft>
                <a:spcPts val="0"/>
              </a:spcAft>
              <a:buSzPts val="1440"/>
              <a:buNone/>
            </a:pPr>
            <a:r>
              <a:rPr lang="es-PE" sz="2800" dirty="0">
                <a:solidFill>
                  <a:srgbClr val="202122"/>
                </a:solidFill>
              </a:rPr>
              <a:t>Este es el caso de los dominios </a:t>
            </a:r>
            <a:r>
              <a:rPr lang="es-PE" sz="2800" dirty="0">
                <a:solidFill>
                  <a:srgbClr val="202122"/>
                </a:solidFill>
                <a:latin typeface="Courier New"/>
                <a:ea typeface="Courier New"/>
                <a:cs typeface="Courier New"/>
                <a:sym typeface="Courier New"/>
              </a:rPr>
              <a:t>.</a:t>
            </a:r>
            <a:r>
              <a:rPr lang="es-PE" sz="2800" dirty="0" err="1">
                <a:solidFill>
                  <a:srgbClr val="202122"/>
                </a:solidFill>
                <a:latin typeface="Courier New"/>
                <a:ea typeface="Courier New"/>
                <a:cs typeface="Courier New"/>
                <a:sym typeface="Courier New"/>
              </a:rPr>
              <a:t>edu</a:t>
            </a:r>
            <a:r>
              <a:rPr lang="es-PE" sz="2800" dirty="0">
                <a:solidFill>
                  <a:srgbClr val="202122"/>
                </a:solidFill>
              </a:rPr>
              <a:t>, </a:t>
            </a:r>
            <a:r>
              <a:rPr lang="es-PE" sz="2800" dirty="0">
                <a:solidFill>
                  <a:srgbClr val="202122"/>
                </a:solidFill>
                <a:latin typeface="Courier New"/>
                <a:ea typeface="Courier New"/>
                <a:cs typeface="Courier New"/>
                <a:sym typeface="Courier New"/>
              </a:rPr>
              <a:t>.</a:t>
            </a:r>
            <a:r>
              <a:rPr lang="es-PE" sz="2800" dirty="0" err="1">
                <a:solidFill>
                  <a:srgbClr val="202122"/>
                </a:solidFill>
                <a:latin typeface="Courier New"/>
                <a:ea typeface="Courier New"/>
                <a:cs typeface="Courier New"/>
                <a:sym typeface="Courier New"/>
              </a:rPr>
              <a:t>gob</a:t>
            </a:r>
            <a:r>
              <a:rPr lang="es-PE" sz="2800" dirty="0">
                <a:solidFill>
                  <a:srgbClr val="202122"/>
                </a:solidFill>
              </a:rPr>
              <a:t>, </a:t>
            </a:r>
            <a:r>
              <a:rPr lang="es-PE" sz="2800" dirty="0">
                <a:solidFill>
                  <a:srgbClr val="202122"/>
                </a:solidFill>
                <a:latin typeface="Courier New"/>
                <a:ea typeface="Courier New"/>
                <a:cs typeface="Courier New"/>
                <a:sym typeface="Courier New"/>
              </a:rPr>
              <a:t>.</a:t>
            </a:r>
            <a:r>
              <a:rPr lang="es-PE" sz="2800" dirty="0" err="1">
                <a:solidFill>
                  <a:srgbClr val="202122"/>
                </a:solidFill>
                <a:latin typeface="Courier New"/>
                <a:ea typeface="Courier New"/>
                <a:cs typeface="Courier New"/>
                <a:sym typeface="Courier New"/>
              </a:rPr>
              <a:t>int</a:t>
            </a:r>
            <a:r>
              <a:rPr lang="es-PE" sz="2800" dirty="0">
                <a:solidFill>
                  <a:srgbClr val="202122"/>
                </a:solidFill>
              </a:rPr>
              <a:t> y </a:t>
            </a:r>
            <a:r>
              <a:rPr lang="es-PE" sz="2800" dirty="0">
                <a:solidFill>
                  <a:srgbClr val="202122"/>
                </a:solidFill>
                <a:latin typeface="Courier New"/>
                <a:ea typeface="Courier New"/>
                <a:cs typeface="Courier New"/>
                <a:sym typeface="Courier New"/>
              </a:rPr>
              <a:t>.mil</a:t>
            </a:r>
            <a:r>
              <a:rPr lang="es-PE" sz="2800" dirty="0">
                <a:solidFill>
                  <a:srgbClr val="202122"/>
                </a:solidFill>
              </a:rPr>
              <a:t>.</a:t>
            </a:r>
            <a:endParaRPr sz="2800" dirty="0">
              <a:solidFill>
                <a:srgbClr val="000000"/>
              </a:solidFill>
              <a:latin typeface="Arial"/>
              <a:ea typeface="Arial"/>
              <a:cs typeface="Arial"/>
              <a:sym typeface="Arial"/>
            </a:endParaRPr>
          </a:p>
          <a:p>
            <a:pPr marL="342900" lvl="0" indent="-251459" algn="l" rtl="0">
              <a:spcBef>
                <a:spcPts val="1000"/>
              </a:spcBef>
              <a:spcAft>
                <a:spcPts val="0"/>
              </a:spcAft>
              <a:buSzPts val="1440"/>
              <a:buNone/>
            </a:pP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86"/>
        <p:cNvGrpSpPr/>
        <p:nvPr/>
      </p:nvGrpSpPr>
      <p:grpSpPr>
        <a:xfrm>
          <a:off x="0" y="0"/>
          <a:ext cx="0" cy="0"/>
          <a:chOff x="0" y="0"/>
          <a:chExt cx="0" cy="0"/>
        </a:xfrm>
      </p:grpSpPr>
      <p:graphicFrame>
        <p:nvGraphicFramePr>
          <p:cNvPr id="187" name="Google Shape;187;p26"/>
          <p:cNvGraphicFramePr/>
          <p:nvPr>
            <p:extLst>
              <p:ext uri="{D42A27DB-BD31-4B8C-83A1-F6EECF244321}">
                <p14:modId xmlns:p14="http://schemas.microsoft.com/office/powerpoint/2010/main" val="2410213361"/>
              </p:ext>
            </p:extLst>
          </p:nvPr>
        </p:nvGraphicFramePr>
        <p:xfrm>
          <a:off x="838200" y="1657350"/>
          <a:ext cx="10515600" cy="3715592"/>
        </p:xfrm>
        <a:graphic>
          <a:graphicData uri="http://schemas.openxmlformats.org/drawingml/2006/table">
            <a:tbl>
              <a:tblPr>
                <a:noFill/>
                <a:tableStyleId>{48D3F334-738D-4B2B-AEF6-CECCC2F3852F}</a:tableStyleId>
              </a:tblPr>
              <a:tblGrid>
                <a:gridCol w="525780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tblGrid>
              <a:tr h="644038">
                <a:tc>
                  <a:txBody>
                    <a:bodyPr/>
                    <a:lstStyle/>
                    <a:p>
                      <a:pPr marL="0" marR="0" lvl="0" indent="0" algn="ctr" rtl="0">
                        <a:spcBef>
                          <a:spcPts val="0"/>
                        </a:spcBef>
                        <a:spcAft>
                          <a:spcPts val="0"/>
                        </a:spcAft>
                        <a:buNone/>
                      </a:pPr>
                      <a:r>
                        <a:rPr lang="es-PE" sz="2000" b="1" u="none" strike="noStrike" cap="none"/>
                        <a:t>Dominio</a:t>
                      </a:r>
                      <a:endParaRPr/>
                    </a:p>
                  </a:txBody>
                  <a:tcPr marL="91450" marR="91450" marT="45725" marB="45725" anchor="ctr">
                    <a:lnL w="9525" cap="flat" cmpd="sng">
                      <a:solidFill>
                        <a:srgbClr val="A2A9B1"/>
                      </a:solidFill>
                      <a:prstDash val="solid"/>
                      <a:round/>
                      <a:headEnd type="none" w="sm" len="sm"/>
                      <a:tailEnd type="none" w="sm" len="sm"/>
                    </a:lnL>
                    <a:lnR w="9525" cap="flat" cmpd="sng">
                      <a:solidFill>
                        <a:srgbClr val="A2A9B1"/>
                      </a:solidFill>
                      <a:prstDash val="solid"/>
                      <a:round/>
                      <a:headEnd type="none" w="sm" len="sm"/>
                      <a:tailEnd type="none" w="sm" len="sm"/>
                    </a:lnR>
                    <a:lnT w="9525" cap="flat" cmpd="sng">
                      <a:solidFill>
                        <a:srgbClr val="A2A9B1"/>
                      </a:solidFill>
                      <a:prstDash val="solid"/>
                      <a:round/>
                      <a:headEnd type="none" w="sm" len="sm"/>
                      <a:tailEnd type="none" w="sm" len="sm"/>
                    </a:lnT>
                    <a:lnB w="9525" cap="flat" cmpd="sng">
                      <a:solidFill>
                        <a:srgbClr val="A2A9B1"/>
                      </a:solidFill>
                      <a:prstDash val="solid"/>
                      <a:round/>
                      <a:headEnd type="none" w="sm" len="sm"/>
                      <a:tailEnd type="none" w="sm" len="sm"/>
                    </a:lnB>
                    <a:solidFill>
                      <a:srgbClr val="EAECF0"/>
                    </a:solidFill>
                  </a:tcPr>
                </a:tc>
                <a:tc>
                  <a:txBody>
                    <a:bodyPr/>
                    <a:lstStyle/>
                    <a:p>
                      <a:pPr marL="0" marR="0" lvl="0" indent="0" algn="ctr" rtl="0">
                        <a:spcBef>
                          <a:spcPts val="0"/>
                        </a:spcBef>
                        <a:spcAft>
                          <a:spcPts val="0"/>
                        </a:spcAft>
                        <a:buNone/>
                      </a:pPr>
                      <a:r>
                        <a:rPr lang="es-PE" sz="2000" b="1" u="none" strike="noStrike" cap="none"/>
                        <a:t>Uso destinado</a:t>
                      </a:r>
                      <a:endParaRPr/>
                    </a:p>
                  </a:txBody>
                  <a:tcPr marL="91450" marR="91450" marT="45725" marB="45725" anchor="ctr">
                    <a:lnL w="9525" cap="flat" cmpd="sng">
                      <a:solidFill>
                        <a:srgbClr val="A2A9B1"/>
                      </a:solidFill>
                      <a:prstDash val="solid"/>
                      <a:round/>
                      <a:headEnd type="none" w="sm" len="sm"/>
                      <a:tailEnd type="none" w="sm" len="sm"/>
                    </a:lnL>
                    <a:lnR w="9525" cap="flat" cmpd="sng">
                      <a:solidFill>
                        <a:srgbClr val="A2A9B1"/>
                      </a:solidFill>
                      <a:prstDash val="solid"/>
                      <a:round/>
                      <a:headEnd type="none" w="sm" len="sm"/>
                      <a:tailEnd type="none" w="sm" len="sm"/>
                    </a:lnR>
                    <a:lnT w="9525" cap="flat" cmpd="sng">
                      <a:solidFill>
                        <a:srgbClr val="A2A9B1"/>
                      </a:solidFill>
                      <a:prstDash val="solid"/>
                      <a:round/>
                      <a:headEnd type="none" w="sm" len="sm"/>
                      <a:tailEnd type="none" w="sm" len="sm"/>
                    </a:lnT>
                    <a:lnB w="9525" cap="flat" cmpd="sng">
                      <a:solidFill>
                        <a:srgbClr val="A2A9B1"/>
                      </a:solidFill>
                      <a:prstDash val="solid"/>
                      <a:round/>
                      <a:headEnd type="none" w="sm" len="sm"/>
                      <a:tailEnd type="none" w="sm" len="sm"/>
                    </a:lnB>
                    <a:solidFill>
                      <a:srgbClr val="EAECF0"/>
                    </a:solidFill>
                  </a:tcPr>
                </a:tc>
                <a:extLst>
                  <a:ext uri="{0D108BD9-81ED-4DB2-BD59-A6C34878D82A}">
                    <a16:rowId xmlns:a16="http://schemas.microsoft.com/office/drawing/2014/main" val="10000"/>
                  </a:ext>
                </a:extLst>
              </a:tr>
              <a:tr h="644038">
                <a:tc>
                  <a:txBody>
                    <a:bodyPr/>
                    <a:lstStyle/>
                    <a:p>
                      <a:pPr marL="0" marR="0" lvl="0" indent="0" algn="l" rtl="0">
                        <a:spcBef>
                          <a:spcPts val="0"/>
                        </a:spcBef>
                        <a:spcAft>
                          <a:spcPts val="0"/>
                        </a:spcAft>
                        <a:buNone/>
                      </a:pPr>
                      <a:r>
                        <a:rPr lang="es-PE" sz="2000" b="1" u="sng" strike="noStrike" cap="none">
                          <a:solidFill>
                            <a:schemeClr val="hlink"/>
                          </a:solidFill>
                          <a:hlinkClick r:id="rId3"/>
                        </a:rPr>
                        <a:t>.com</a:t>
                      </a:r>
                      <a:endParaRPr sz="2000" b="1"/>
                    </a:p>
                  </a:txBody>
                  <a:tcPr marL="91450" marR="91450" marT="45725" marB="45725" anchor="ctr">
                    <a:lnL w="9525" cap="flat" cmpd="sng">
                      <a:solidFill>
                        <a:srgbClr val="A2A9B1"/>
                      </a:solidFill>
                      <a:prstDash val="solid"/>
                      <a:round/>
                      <a:headEnd type="none" w="sm" len="sm"/>
                      <a:tailEnd type="none" w="sm" len="sm"/>
                    </a:lnL>
                    <a:lnR w="9525" cap="flat" cmpd="sng">
                      <a:solidFill>
                        <a:srgbClr val="A2A9B1"/>
                      </a:solidFill>
                      <a:prstDash val="solid"/>
                      <a:round/>
                      <a:headEnd type="none" w="sm" len="sm"/>
                      <a:tailEnd type="none" w="sm" len="sm"/>
                    </a:lnR>
                    <a:lnT w="9525" cap="flat" cmpd="sng">
                      <a:solidFill>
                        <a:srgbClr val="A2A9B1"/>
                      </a:solidFill>
                      <a:prstDash val="solid"/>
                      <a:round/>
                      <a:headEnd type="none" w="sm" len="sm"/>
                      <a:tailEnd type="none" w="sm" len="sm"/>
                    </a:lnT>
                    <a:lnB w="9525" cap="flat" cmpd="sng">
                      <a:solidFill>
                        <a:srgbClr val="A2A9B1"/>
                      </a:solidFill>
                      <a:prstDash val="solid"/>
                      <a:round/>
                      <a:headEnd type="none" w="sm" len="sm"/>
                      <a:tailEnd type="none" w="sm" len="sm"/>
                    </a:lnB>
                    <a:solidFill>
                      <a:srgbClr val="F8F9FA"/>
                    </a:solidFill>
                  </a:tcPr>
                </a:tc>
                <a:tc>
                  <a:txBody>
                    <a:bodyPr/>
                    <a:lstStyle/>
                    <a:p>
                      <a:pPr marL="0" marR="0" lvl="0" indent="0" algn="l" rtl="0">
                        <a:spcBef>
                          <a:spcPts val="0"/>
                        </a:spcBef>
                        <a:spcAft>
                          <a:spcPts val="0"/>
                        </a:spcAft>
                        <a:buNone/>
                      </a:pPr>
                      <a:r>
                        <a:rPr lang="es-PE" sz="2000" b="1"/>
                        <a:t>Uso comercial</a:t>
                      </a:r>
                      <a:endParaRPr/>
                    </a:p>
                  </a:txBody>
                  <a:tcPr marL="91450" marR="91450" marT="45725" marB="45725" anchor="ctr">
                    <a:lnL w="9525" cap="flat" cmpd="sng">
                      <a:solidFill>
                        <a:srgbClr val="A2A9B1"/>
                      </a:solidFill>
                      <a:prstDash val="solid"/>
                      <a:round/>
                      <a:headEnd type="none" w="sm" len="sm"/>
                      <a:tailEnd type="none" w="sm" len="sm"/>
                    </a:lnL>
                    <a:lnR w="9525" cap="flat" cmpd="sng">
                      <a:solidFill>
                        <a:srgbClr val="A2A9B1"/>
                      </a:solidFill>
                      <a:prstDash val="solid"/>
                      <a:round/>
                      <a:headEnd type="none" w="sm" len="sm"/>
                      <a:tailEnd type="none" w="sm" len="sm"/>
                    </a:lnR>
                    <a:lnT w="9525" cap="flat" cmpd="sng">
                      <a:solidFill>
                        <a:srgbClr val="A2A9B1"/>
                      </a:solidFill>
                      <a:prstDash val="solid"/>
                      <a:round/>
                      <a:headEnd type="none" w="sm" len="sm"/>
                      <a:tailEnd type="none" w="sm" len="sm"/>
                    </a:lnT>
                    <a:lnB w="9525" cap="flat" cmpd="sng">
                      <a:solidFill>
                        <a:srgbClr val="A2A9B1"/>
                      </a:solidFill>
                      <a:prstDash val="solid"/>
                      <a:round/>
                      <a:headEnd type="none" w="sm" len="sm"/>
                      <a:tailEnd type="none" w="sm" len="sm"/>
                    </a:lnB>
                    <a:solidFill>
                      <a:srgbClr val="F8F9FA"/>
                    </a:solidFill>
                  </a:tcPr>
                </a:tc>
                <a:extLst>
                  <a:ext uri="{0D108BD9-81ED-4DB2-BD59-A6C34878D82A}">
                    <a16:rowId xmlns:a16="http://schemas.microsoft.com/office/drawing/2014/main" val="10001"/>
                  </a:ext>
                </a:extLst>
              </a:tr>
              <a:tr h="644038">
                <a:tc>
                  <a:txBody>
                    <a:bodyPr/>
                    <a:lstStyle/>
                    <a:p>
                      <a:pPr marL="0" marR="0" lvl="0" indent="0" algn="l" rtl="0">
                        <a:spcBef>
                          <a:spcPts val="0"/>
                        </a:spcBef>
                        <a:spcAft>
                          <a:spcPts val="0"/>
                        </a:spcAft>
                        <a:buNone/>
                      </a:pPr>
                      <a:r>
                        <a:rPr lang="es-PE" sz="2000" b="1" u="sng" strike="noStrike">
                          <a:solidFill>
                            <a:schemeClr val="hlink"/>
                          </a:solidFill>
                          <a:hlinkClick r:id="rId4"/>
                        </a:rPr>
                        <a:t>.info</a:t>
                      </a:r>
                      <a:endParaRPr sz="2000" b="1"/>
                    </a:p>
                  </a:txBody>
                  <a:tcPr marL="91450" marR="91450" marT="45725" marB="45725" anchor="ctr">
                    <a:lnL w="9525" cap="flat" cmpd="sng">
                      <a:solidFill>
                        <a:srgbClr val="A2A9B1"/>
                      </a:solidFill>
                      <a:prstDash val="solid"/>
                      <a:round/>
                      <a:headEnd type="none" w="sm" len="sm"/>
                      <a:tailEnd type="none" w="sm" len="sm"/>
                    </a:lnL>
                    <a:lnR w="9525" cap="flat" cmpd="sng">
                      <a:solidFill>
                        <a:srgbClr val="A2A9B1"/>
                      </a:solidFill>
                      <a:prstDash val="solid"/>
                      <a:round/>
                      <a:headEnd type="none" w="sm" len="sm"/>
                      <a:tailEnd type="none" w="sm" len="sm"/>
                    </a:lnR>
                    <a:lnT w="9525" cap="flat" cmpd="sng">
                      <a:solidFill>
                        <a:srgbClr val="A2A9B1"/>
                      </a:solidFill>
                      <a:prstDash val="solid"/>
                      <a:round/>
                      <a:headEnd type="none" w="sm" len="sm"/>
                      <a:tailEnd type="none" w="sm" len="sm"/>
                    </a:lnT>
                    <a:lnB w="9525" cap="flat" cmpd="sng">
                      <a:solidFill>
                        <a:srgbClr val="A2A9B1"/>
                      </a:solidFill>
                      <a:prstDash val="solid"/>
                      <a:round/>
                      <a:headEnd type="none" w="sm" len="sm"/>
                      <a:tailEnd type="none" w="sm" len="sm"/>
                    </a:lnB>
                    <a:solidFill>
                      <a:srgbClr val="F8F9FA"/>
                    </a:solidFill>
                  </a:tcPr>
                </a:tc>
                <a:tc>
                  <a:txBody>
                    <a:bodyPr/>
                    <a:lstStyle/>
                    <a:p>
                      <a:pPr marL="0" marR="0" lvl="0" indent="0" algn="l" rtl="0">
                        <a:spcBef>
                          <a:spcPts val="0"/>
                        </a:spcBef>
                        <a:spcAft>
                          <a:spcPts val="0"/>
                        </a:spcAft>
                        <a:buNone/>
                      </a:pPr>
                      <a:r>
                        <a:rPr lang="es-PE" sz="2000" b="1"/>
                        <a:t>Información</a:t>
                      </a:r>
                      <a:endParaRPr/>
                    </a:p>
                  </a:txBody>
                  <a:tcPr marL="91450" marR="91450" marT="45725" marB="45725" anchor="ctr">
                    <a:lnL w="9525" cap="flat" cmpd="sng">
                      <a:solidFill>
                        <a:srgbClr val="A2A9B1"/>
                      </a:solidFill>
                      <a:prstDash val="solid"/>
                      <a:round/>
                      <a:headEnd type="none" w="sm" len="sm"/>
                      <a:tailEnd type="none" w="sm" len="sm"/>
                    </a:lnL>
                    <a:lnR w="9525" cap="flat" cmpd="sng">
                      <a:solidFill>
                        <a:srgbClr val="A2A9B1"/>
                      </a:solidFill>
                      <a:prstDash val="solid"/>
                      <a:round/>
                      <a:headEnd type="none" w="sm" len="sm"/>
                      <a:tailEnd type="none" w="sm" len="sm"/>
                    </a:lnR>
                    <a:lnT w="9525" cap="flat" cmpd="sng">
                      <a:solidFill>
                        <a:srgbClr val="A2A9B1"/>
                      </a:solidFill>
                      <a:prstDash val="solid"/>
                      <a:round/>
                      <a:headEnd type="none" w="sm" len="sm"/>
                      <a:tailEnd type="none" w="sm" len="sm"/>
                    </a:lnT>
                    <a:lnB w="9525" cap="flat" cmpd="sng">
                      <a:solidFill>
                        <a:srgbClr val="A2A9B1"/>
                      </a:solidFill>
                      <a:prstDash val="solid"/>
                      <a:round/>
                      <a:headEnd type="none" w="sm" len="sm"/>
                      <a:tailEnd type="none" w="sm" len="sm"/>
                    </a:lnB>
                    <a:solidFill>
                      <a:srgbClr val="F8F9FA"/>
                    </a:solidFill>
                  </a:tcPr>
                </a:tc>
                <a:extLst>
                  <a:ext uri="{0D108BD9-81ED-4DB2-BD59-A6C34878D82A}">
                    <a16:rowId xmlns:a16="http://schemas.microsoft.com/office/drawing/2014/main" val="10002"/>
                  </a:ext>
                </a:extLst>
              </a:tr>
              <a:tr h="1139440">
                <a:tc>
                  <a:txBody>
                    <a:bodyPr/>
                    <a:lstStyle/>
                    <a:p>
                      <a:pPr marL="0" marR="0" lvl="0" indent="0" algn="l" rtl="0">
                        <a:spcBef>
                          <a:spcPts val="0"/>
                        </a:spcBef>
                        <a:spcAft>
                          <a:spcPts val="0"/>
                        </a:spcAft>
                        <a:buNone/>
                      </a:pPr>
                      <a:r>
                        <a:rPr lang="es-PE" sz="2000" b="1" u="sng" strike="noStrike" dirty="0" err="1">
                          <a:solidFill>
                            <a:schemeClr val="hlink"/>
                          </a:solidFill>
                          <a:hlinkClick r:id="rId5"/>
                        </a:rPr>
                        <a:t>.net</a:t>
                      </a:r>
                      <a:endParaRPr sz="2000" b="1" dirty="0"/>
                    </a:p>
                  </a:txBody>
                  <a:tcPr marL="91450" marR="91450" marT="45725" marB="45725" anchor="ctr">
                    <a:lnL w="9525" cap="flat" cmpd="sng">
                      <a:solidFill>
                        <a:srgbClr val="A2A9B1"/>
                      </a:solidFill>
                      <a:prstDash val="solid"/>
                      <a:round/>
                      <a:headEnd type="none" w="sm" len="sm"/>
                      <a:tailEnd type="none" w="sm" len="sm"/>
                    </a:lnL>
                    <a:lnR w="9525" cap="flat" cmpd="sng">
                      <a:solidFill>
                        <a:srgbClr val="A2A9B1"/>
                      </a:solidFill>
                      <a:prstDash val="solid"/>
                      <a:round/>
                      <a:headEnd type="none" w="sm" len="sm"/>
                      <a:tailEnd type="none" w="sm" len="sm"/>
                    </a:lnR>
                    <a:lnT w="9525" cap="flat" cmpd="sng">
                      <a:solidFill>
                        <a:srgbClr val="A2A9B1"/>
                      </a:solidFill>
                      <a:prstDash val="solid"/>
                      <a:round/>
                      <a:headEnd type="none" w="sm" len="sm"/>
                      <a:tailEnd type="none" w="sm" len="sm"/>
                    </a:lnT>
                    <a:lnB w="9525" cap="flat" cmpd="sng">
                      <a:solidFill>
                        <a:srgbClr val="A2A9B1"/>
                      </a:solidFill>
                      <a:prstDash val="solid"/>
                      <a:round/>
                      <a:headEnd type="none" w="sm" len="sm"/>
                      <a:tailEnd type="none" w="sm" len="sm"/>
                    </a:lnB>
                    <a:solidFill>
                      <a:srgbClr val="F8F9FA"/>
                    </a:solidFill>
                  </a:tcPr>
                </a:tc>
                <a:tc>
                  <a:txBody>
                    <a:bodyPr/>
                    <a:lstStyle/>
                    <a:p>
                      <a:pPr marL="0" marR="0" lvl="0" indent="0" algn="l" rtl="0">
                        <a:spcBef>
                          <a:spcPts val="0"/>
                        </a:spcBef>
                        <a:spcAft>
                          <a:spcPts val="0"/>
                        </a:spcAft>
                        <a:buNone/>
                      </a:pPr>
                      <a:r>
                        <a:rPr lang="es-PE" sz="2000" b="1"/>
                        <a:t>Redes y </a:t>
                      </a:r>
                      <a:r>
                        <a:rPr lang="es-PE" sz="2000" b="1" u="sng" strike="noStrike">
                          <a:solidFill>
                            <a:schemeClr val="hlink"/>
                          </a:solidFill>
                          <a:hlinkClick r:id="rId6"/>
                        </a:rPr>
                        <a:t>Proveedores de servicios de Internet</a:t>
                      </a:r>
                      <a:endParaRPr sz="2000" b="1"/>
                    </a:p>
                  </a:txBody>
                  <a:tcPr marL="91450" marR="91450" marT="45725" marB="45725" anchor="ctr">
                    <a:lnL w="9525" cap="flat" cmpd="sng">
                      <a:solidFill>
                        <a:srgbClr val="A2A9B1"/>
                      </a:solidFill>
                      <a:prstDash val="solid"/>
                      <a:round/>
                      <a:headEnd type="none" w="sm" len="sm"/>
                      <a:tailEnd type="none" w="sm" len="sm"/>
                    </a:lnL>
                    <a:lnR w="9525" cap="flat" cmpd="sng">
                      <a:solidFill>
                        <a:srgbClr val="A2A9B1"/>
                      </a:solidFill>
                      <a:prstDash val="solid"/>
                      <a:round/>
                      <a:headEnd type="none" w="sm" len="sm"/>
                      <a:tailEnd type="none" w="sm" len="sm"/>
                    </a:lnR>
                    <a:lnT w="9525" cap="flat" cmpd="sng">
                      <a:solidFill>
                        <a:srgbClr val="A2A9B1"/>
                      </a:solidFill>
                      <a:prstDash val="solid"/>
                      <a:round/>
                      <a:headEnd type="none" w="sm" len="sm"/>
                      <a:tailEnd type="none" w="sm" len="sm"/>
                    </a:lnT>
                    <a:lnB w="9525" cap="flat" cmpd="sng">
                      <a:solidFill>
                        <a:srgbClr val="A2A9B1"/>
                      </a:solidFill>
                      <a:prstDash val="solid"/>
                      <a:round/>
                      <a:headEnd type="none" w="sm" len="sm"/>
                      <a:tailEnd type="none" w="sm" len="sm"/>
                    </a:lnB>
                    <a:solidFill>
                      <a:srgbClr val="F8F9FA"/>
                    </a:solidFill>
                  </a:tcPr>
                </a:tc>
                <a:extLst>
                  <a:ext uri="{0D108BD9-81ED-4DB2-BD59-A6C34878D82A}">
                    <a16:rowId xmlns:a16="http://schemas.microsoft.com/office/drawing/2014/main" val="10003"/>
                  </a:ext>
                </a:extLst>
              </a:tr>
              <a:tr h="644038">
                <a:tc>
                  <a:txBody>
                    <a:bodyPr/>
                    <a:lstStyle/>
                    <a:p>
                      <a:pPr marL="0" marR="0" lvl="0" indent="0" algn="l" rtl="0">
                        <a:spcBef>
                          <a:spcPts val="0"/>
                        </a:spcBef>
                        <a:spcAft>
                          <a:spcPts val="0"/>
                        </a:spcAft>
                        <a:buNone/>
                      </a:pPr>
                      <a:r>
                        <a:rPr lang="es-PE" sz="2000" b="1" u="sng" strike="noStrike">
                          <a:solidFill>
                            <a:schemeClr val="hlink"/>
                          </a:solidFill>
                          <a:hlinkClick r:id="rId7"/>
                        </a:rPr>
                        <a:t>.org</a:t>
                      </a:r>
                      <a:endParaRPr sz="2000" b="1"/>
                    </a:p>
                  </a:txBody>
                  <a:tcPr marL="91450" marR="91450" marT="45725" marB="45725" anchor="ctr">
                    <a:lnL w="9525" cap="flat" cmpd="sng">
                      <a:solidFill>
                        <a:srgbClr val="A2A9B1"/>
                      </a:solidFill>
                      <a:prstDash val="solid"/>
                      <a:round/>
                      <a:headEnd type="none" w="sm" len="sm"/>
                      <a:tailEnd type="none" w="sm" len="sm"/>
                    </a:lnL>
                    <a:lnR w="9525" cap="flat" cmpd="sng">
                      <a:solidFill>
                        <a:srgbClr val="A2A9B1"/>
                      </a:solidFill>
                      <a:prstDash val="solid"/>
                      <a:round/>
                      <a:headEnd type="none" w="sm" len="sm"/>
                      <a:tailEnd type="none" w="sm" len="sm"/>
                    </a:lnR>
                    <a:lnT w="9525" cap="flat" cmpd="sng">
                      <a:solidFill>
                        <a:srgbClr val="A2A9B1"/>
                      </a:solidFill>
                      <a:prstDash val="solid"/>
                      <a:round/>
                      <a:headEnd type="none" w="sm" len="sm"/>
                      <a:tailEnd type="none" w="sm" len="sm"/>
                    </a:lnT>
                    <a:lnB w="9525" cap="flat" cmpd="sng">
                      <a:solidFill>
                        <a:srgbClr val="A2A9B1"/>
                      </a:solidFill>
                      <a:prstDash val="solid"/>
                      <a:round/>
                      <a:headEnd type="none" w="sm" len="sm"/>
                      <a:tailEnd type="none" w="sm" len="sm"/>
                    </a:lnB>
                    <a:solidFill>
                      <a:srgbClr val="F8F9FA"/>
                    </a:solidFill>
                  </a:tcPr>
                </a:tc>
                <a:tc>
                  <a:txBody>
                    <a:bodyPr/>
                    <a:lstStyle/>
                    <a:p>
                      <a:pPr marL="0" marR="0" lvl="0" indent="0" algn="l" rtl="0">
                        <a:spcBef>
                          <a:spcPts val="0"/>
                        </a:spcBef>
                        <a:spcAft>
                          <a:spcPts val="0"/>
                        </a:spcAft>
                        <a:buNone/>
                      </a:pPr>
                      <a:r>
                        <a:rPr lang="es-PE" sz="2000" b="1" u="sng" strike="noStrike" dirty="0">
                          <a:solidFill>
                            <a:schemeClr val="hlink"/>
                          </a:solidFill>
                          <a:hlinkClick r:id="rId8"/>
                        </a:rPr>
                        <a:t>Organizaciones</a:t>
                      </a:r>
                      <a:r>
                        <a:rPr lang="es-PE" sz="2000" b="1" dirty="0"/>
                        <a:t> y </a:t>
                      </a:r>
                      <a:r>
                        <a:rPr lang="es-PE" sz="2000" b="1" u="sng" strike="noStrike" dirty="0">
                          <a:solidFill>
                            <a:schemeClr val="hlink"/>
                          </a:solidFill>
                          <a:hlinkClick r:id="rId9"/>
                        </a:rPr>
                        <a:t>asociaciones</a:t>
                      </a:r>
                      <a:endParaRPr sz="2000" b="1" dirty="0"/>
                    </a:p>
                  </a:txBody>
                  <a:tcPr marL="91450" marR="91450" marT="45725" marB="45725" anchor="ctr">
                    <a:lnL w="9525" cap="flat" cmpd="sng">
                      <a:solidFill>
                        <a:srgbClr val="A2A9B1"/>
                      </a:solidFill>
                      <a:prstDash val="solid"/>
                      <a:round/>
                      <a:headEnd type="none" w="sm" len="sm"/>
                      <a:tailEnd type="none" w="sm" len="sm"/>
                    </a:lnL>
                    <a:lnR w="9525" cap="flat" cmpd="sng">
                      <a:solidFill>
                        <a:srgbClr val="A2A9B1"/>
                      </a:solidFill>
                      <a:prstDash val="solid"/>
                      <a:round/>
                      <a:headEnd type="none" w="sm" len="sm"/>
                      <a:tailEnd type="none" w="sm" len="sm"/>
                    </a:lnR>
                    <a:lnT w="9525" cap="flat" cmpd="sng">
                      <a:solidFill>
                        <a:srgbClr val="A2A9B1"/>
                      </a:solidFill>
                      <a:prstDash val="solid"/>
                      <a:round/>
                      <a:headEnd type="none" w="sm" len="sm"/>
                      <a:tailEnd type="none" w="sm" len="sm"/>
                    </a:lnT>
                    <a:lnB w="9525" cap="flat" cmpd="sng">
                      <a:solidFill>
                        <a:srgbClr val="A2A9B1"/>
                      </a:solidFill>
                      <a:prstDash val="solid"/>
                      <a:round/>
                      <a:headEnd type="none" w="sm" len="sm"/>
                      <a:tailEnd type="none" w="sm" len="sm"/>
                    </a:lnB>
                    <a:solidFill>
                      <a:srgbClr val="F8F9FA"/>
                    </a:solidFill>
                  </a:tcPr>
                </a:tc>
                <a:extLst>
                  <a:ext uri="{0D108BD9-81ED-4DB2-BD59-A6C34878D82A}">
                    <a16:rowId xmlns:a16="http://schemas.microsoft.com/office/drawing/2014/main" val="10004"/>
                  </a:ext>
                </a:extLst>
              </a:tr>
            </a:tbl>
          </a:graphicData>
        </a:graphic>
      </p:graphicFrame>
      <p:sp>
        <p:nvSpPr>
          <p:cNvPr id="188" name="Google Shape;188;p26"/>
          <p:cNvSpPr/>
          <p:nvPr/>
        </p:nvSpPr>
        <p:spPr>
          <a:xfrm>
            <a:off x="972274" y="568339"/>
            <a:ext cx="5719514" cy="919134"/>
          </a:xfrm>
          <a:prstGeom prst="rect">
            <a:avLst/>
          </a:prstGeom>
          <a:solidFill>
            <a:srgbClr val="FFFFFF"/>
          </a:solidFill>
          <a:ln>
            <a:noFill/>
          </a:ln>
        </p:spPr>
        <p:txBody>
          <a:bodyPr spcFirstLastPara="1" wrap="square" lIns="0" tIns="47600" rIns="0" bIns="39675" anchor="ctr" anchorCtr="0">
            <a:noAutofit/>
          </a:bodyPr>
          <a:lstStyle/>
          <a:p>
            <a:pPr marL="0" marR="0" lvl="0" indent="0" algn="l" rtl="0">
              <a:lnSpc>
                <a:spcPct val="100000"/>
              </a:lnSpc>
              <a:spcBef>
                <a:spcPts val="0"/>
              </a:spcBef>
              <a:spcAft>
                <a:spcPts val="0"/>
              </a:spcAft>
              <a:buClr>
                <a:srgbClr val="000000"/>
              </a:buClr>
              <a:buSzPts val="3600"/>
              <a:buFont typeface="Arial"/>
              <a:buNone/>
            </a:pPr>
            <a:r>
              <a:rPr lang="es-PE" sz="3600" b="1" i="0" u="none" strike="noStrike" cap="none">
                <a:solidFill>
                  <a:srgbClr val="000000"/>
                </a:solidFill>
                <a:latin typeface="Arial"/>
                <a:ea typeface="Arial"/>
                <a:cs typeface="Arial"/>
                <a:sym typeface="Arial"/>
              </a:rPr>
              <a:t>Dominios  no restringidos</a:t>
            </a:r>
            <a:endParaRPr/>
          </a:p>
          <a:p>
            <a:pPr marL="0" marR="0" lvl="0" indent="0" algn="l" rtl="0">
              <a:lnSpc>
                <a:spcPct val="100000"/>
              </a:lnSpc>
              <a:spcBef>
                <a:spcPts val="0"/>
              </a:spcBef>
              <a:spcAft>
                <a:spcPts val="0"/>
              </a:spcAft>
              <a:buClr>
                <a:schemeClr val="dk1"/>
              </a:buClr>
              <a:buSzPts val="1800"/>
              <a:buFont typeface="Trebuchet MS"/>
              <a:buNone/>
            </a:pP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92"/>
        <p:cNvGrpSpPr/>
        <p:nvPr/>
      </p:nvGrpSpPr>
      <p:grpSpPr>
        <a:xfrm>
          <a:off x="0" y="0"/>
          <a:ext cx="0" cy="0"/>
          <a:chOff x="0" y="0"/>
          <a:chExt cx="0" cy="0"/>
        </a:xfrm>
      </p:grpSpPr>
      <p:graphicFrame>
        <p:nvGraphicFramePr>
          <p:cNvPr id="193" name="Google Shape;193;p27"/>
          <p:cNvGraphicFramePr/>
          <p:nvPr>
            <p:extLst>
              <p:ext uri="{D42A27DB-BD31-4B8C-83A1-F6EECF244321}">
                <p14:modId xmlns:p14="http://schemas.microsoft.com/office/powerpoint/2010/main" val="2569107293"/>
              </p:ext>
            </p:extLst>
          </p:nvPr>
        </p:nvGraphicFramePr>
        <p:xfrm>
          <a:off x="838200" y="2171700"/>
          <a:ext cx="10515600" cy="3521274"/>
        </p:xfrm>
        <a:graphic>
          <a:graphicData uri="http://schemas.openxmlformats.org/drawingml/2006/table">
            <a:tbl>
              <a:tblPr>
                <a:noFill/>
                <a:tableStyleId>{48D3F334-738D-4B2B-AEF6-CECCC2F3852F}</a:tableStyleId>
              </a:tblPr>
              <a:tblGrid>
                <a:gridCol w="525780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tblGrid>
              <a:tr h="628803">
                <a:tc>
                  <a:txBody>
                    <a:bodyPr/>
                    <a:lstStyle/>
                    <a:p>
                      <a:pPr marL="0" marR="0" lvl="0" indent="0" algn="ctr" rtl="0">
                        <a:spcBef>
                          <a:spcPts val="0"/>
                        </a:spcBef>
                        <a:spcAft>
                          <a:spcPts val="0"/>
                        </a:spcAft>
                        <a:buNone/>
                      </a:pPr>
                      <a:r>
                        <a:rPr lang="es-PE" sz="2400" b="1"/>
                        <a:t>Dominio</a:t>
                      </a:r>
                      <a:endParaRPr/>
                    </a:p>
                  </a:txBody>
                  <a:tcPr marL="91450" marR="91450" marT="45725" marB="45725" anchor="ctr">
                    <a:lnL w="9525" cap="flat" cmpd="sng">
                      <a:solidFill>
                        <a:srgbClr val="A2A9B1"/>
                      </a:solidFill>
                      <a:prstDash val="solid"/>
                      <a:round/>
                      <a:headEnd type="none" w="sm" len="sm"/>
                      <a:tailEnd type="none" w="sm" len="sm"/>
                    </a:lnL>
                    <a:lnR w="9525" cap="flat" cmpd="sng">
                      <a:solidFill>
                        <a:srgbClr val="A2A9B1"/>
                      </a:solidFill>
                      <a:prstDash val="solid"/>
                      <a:round/>
                      <a:headEnd type="none" w="sm" len="sm"/>
                      <a:tailEnd type="none" w="sm" len="sm"/>
                    </a:lnR>
                    <a:lnT w="9525" cap="flat" cmpd="sng">
                      <a:solidFill>
                        <a:srgbClr val="A2A9B1"/>
                      </a:solidFill>
                      <a:prstDash val="solid"/>
                      <a:round/>
                      <a:headEnd type="none" w="sm" len="sm"/>
                      <a:tailEnd type="none" w="sm" len="sm"/>
                    </a:lnT>
                    <a:lnB w="9525" cap="flat" cmpd="sng">
                      <a:solidFill>
                        <a:srgbClr val="A2A9B1"/>
                      </a:solidFill>
                      <a:prstDash val="solid"/>
                      <a:round/>
                      <a:headEnd type="none" w="sm" len="sm"/>
                      <a:tailEnd type="none" w="sm" len="sm"/>
                    </a:lnB>
                    <a:solidFill>
                      <a:srgbClr val="EAECF0"/>
                    </a:solidFill>
                  </a:tcPr>
                </a:tc>
                <a:tc>
                  <a:txBody>
                    <a:bodyPr/>
                    <a:lstStyle/>
                    <a:p>
                      <a:pPr marL="0" marR="0" lvl="0" indent="0" algn="ctr" rtl="0">
                        <a:spcBef>
                          <a:spcPts val="0"/>
                        </a:spcBef>
                        <a:spcAft>
                          <a:spcPts val="0"/>
                        </a:spcAft>
                        <a:buNone/>
                      </a:pPr>
                      <a:r>
                        <a:rPr lang="es-PE" sz="2400" b="1"/>
                        <a:t>Uso destinado</a:t>
                      </a:r>
                      <a:endParaRPr/>
                    </a:p>
                  </a:txBody>
                  <a:tcPr marL="91450" marR="91450" marT="45725" marB="45725" anchor="ctr">
                    <a:lnL w="9525" cap="flat" cmpd="sng">
                      <a:solidFill>
                        <a:srgbClr val="A2A9B1"/>
                      </a:solidFill>
                      <a:prstDash val="solid"/>
                      <a:round/>
                      <a:headEnd type="none" w="sm" len="sm"/>
                      <a:tailEnd type="none" w="sm" len="sm"/>
                    </a:lnL>
                    <a:lnR w="9525" cap="flat" cmpd="sng">
                      <a:solidFill>
                        <a:srgbClr val="A2A9B1"/>
                      </a:solidFill>
                      <a:prstDash val="solid"/>
                      <a:round/>
                      <a:headEnd type="none" w="sm" len="sm"/>
                      <a:tailEnd type="none" w="sm" len="sm"/>
                    </a:lnR>
                    <a:lnT w="9525" cap="flat" cmpd="sng">
                      <a:solidFill>
                        <a:srgbClr val="A2A9B1"/>
                      </a:solidFill>
                      <a:prstDash val="solid"/>
                      <a:round/>
                      <a:headEnd type="none" w="sm" len="sm"/>
                      <a:tailEnd type="none" w="sm" len="sm"/>
                    </a:lnT>
                    <a:lnB w="9525" cap="flat" cmpd="sng">
                      <a:solidFill>
                        <a:srgbClr val="A2A9B1"/>
                      </a:solidFill>
                      <a:prstDash val="solid"/>
                      <a:round/>
                      <a:headEnd type="none" w="sm" len="sm"/>
                      <a:tailEnd type="none" w="sm" len="sm"/>
                    </a:lnB>
                    <a:solidFill>
                      <a:srgbClr val="EAECF0"/>
                    </a:solidFill>
                  </a:tcPr>
                </a:tc>
                <a:extLst>
                  <a:ext uri="{0D108BD9-81ED-4DB2-BD59-A6C34878D82A}">
                    <a16:rowId xmlns:a16="http://schemas.microsoft.com/office/drawing/2014/main" val="10000"/>
                  </a:ext>
                </a:extLst>
              </a:tr>
              <a:tr h="1634865">
                <a:tc>
                  <a:txBody>
                    <a:bodyPr/>
                    <a:lstStyle/>
                    <a:p>
                      <a:pPr marL="0" marR="0" lvl="0" indent="0" algn="l" rtl="0">
                        <a:spcBef>
                          <a:spcPts val="0"/>
                        </a:spcBef>
                        <a:spcAft>
                          <a:spcPts val="0"/>
                        </a:spcAft>
                        <a:buNone/>
                      </a:pPr>
                      <a:r>
                        <a:rPr lang="es-PE" sz="2400" b="1" u="sng" strike="noStrike" dirty="0">
                          <a:solidFill>
                            <a:schemeClr val="hlink"/>
                          </a:solidFill>
                          <a:hlinkClick r:id="rId3"/>
                        </a:rPr>
                        <a:t>.</a:t>
                      </a:r>
                      <a:r>
                        <a:rPr lang="es-PE" sz="2400" b="1" u="sng" strike="noStrike" dirty="0" err="1">
                          <a:solidFill>
                            <a:schemeClr val="hlink"/>
                          </a:solidFill>
                          <a:hlinkClick r:id="rId3"/>
                        </a:rPr>
                        <a:t>biz</a:t>
                      </a:r>
                      <a:endParaRPr sz="2400" b="1" dirty="0"/>
                    </a:p>
                  </a:txBody>
                  <a:tcPr marL="91450" marR="91450" marT="45725" marB="45725" anchor="ctr">
                    <a:lnL w="9525" cap="flat" cmpd="sng">
                      <a:solidFill>
                        <a:srgbClr val="A2A9B1"/>
                      </a:solidFill>
                      <a:prstDash val="solid"/>
                      <a:round/>
                      <a:headEnd type="none" w="sm" len="sm"/>
                      <a:tailEnd type="none" w="sm" len="sm"/>
                    </a:lnL>
                    <a:lnR w="9525" cap="flat" cmpd="sng">
                      <a:solidFill>
                        <a:srgbClr val="A2A9B1"/>
                      </a:solidFill>
                      <a:prstDash val="solid"/>
                      <a:round/>
                      <a:headEnd type="none" w="sm" len="sm"/>
                      <a:tailEnd type="none" w="sm" len="sm"/>
                    </a:lnR>
                    <a:lnT w="9525" cap="flat" cmpd="sng">
                      <a:solidFill>
                        <a:srgbClr val="A2A9B1"/>
                      </a:solidFill>
                      <a:prstDash val="solid"/>
                      <a:round/>
                      <a:headEnd type="none" w="sm" len="sm"/>
                      <a:tailEnd type="none" w="sm" len="sm"/>
                    </a:lnT>
                    <a:lnB w="9525" cap="flat" cmpd="sng">
                      <a:solidFill>
                        <a:srgbClr val="A2A9B1"/>
                      </a:solidFill>
                      <a:prstDash val="solid"/>
                      <a:round/>
                      <a:headEnd type="none" w="sm" len="sm"/>
                      <a:tailEnd type="none" w="sm" len="sm"/>
                    </a:lnB>
                    <a:solidFill>
                      <a:srgbClr val="F8F9FA"/>
                    </a:solidFill>
                  </a:tcPr>
                </a:tc>
                <a:tc>
                  <a:txBody>
                    <a:bodyPr/>
                    <a:lstStyle/>
                    <a:p>
                      <a:pPr marL="0" marR="0" lvl="0" indent="0" algn="l" rtl="0">
                        <a:spcBef>
                          <a:spcPts val="0"/>
                        </a:spcBef>
                        <a:spcAft>
                          <a:spcPts val="0"/>
                        </a:spcAft>
                        <a:buNone/>
                      </a:pPr>
                      <a:r>
                        <a:rPr lang="es-PE" sz="2400" b="1"/>
                        <a:t>Empresas (dominio derivado de </a:t>
                      </a:r>
                      <a:r>
                        <a:rPr lang="es-PE" sz="2400" b="1" i="1"/>
                        <a:t>businesses</a:t>
                      </a:r>
                      <a:r>
                        <a:rPr lang="es-PE" sz="2400" b="1"/>
                        <a:t>: negocios en </a:t>
                      </a:r>
                      <a:r>
                        <a:rPr lang="es-PE" sz="2400" b="1" u="sng" strike="noStrike">
                          <a:solidFill>
                            <a:schemeClr val="hlink"/>
                          </a:solidFill>
                          <a:hlinkClick r:id="rId4"/>
                        </a:rPr>
                        <a:t>inglés</a:t>
                      </a:r>
                      <a:r>
                        <a:rPr lang="es-PE" sz="2400" b="1"/>
                        <a:t>)</a:t>
                      </a:r>
                      <a:endParaRPr/>
                    </a:p>
                  </a:txBody>
                  <a:tcPr marL="91450" marR="91450" marT="45725" marB="45725" anchor="ctr">
                    <a:lnL w="9525" cap="flat" cmpd="sng">
                      <a:solidFill>
                        <a:srgbClr val="A2A9B1"/>
                      </a:solidFill>
                      <a:prstDash val="solid"/>
                      <a:round/>
                      <a:headEnd type="none" w="sm" len="sm"/>
                      <a:tailEnd type="none" w="sm" len="sm"/>
                    </a:lnL>
                    <a:lnR w="9525" cap="flat" cmpd="sng">
                      <a:solidFill>
                        <a:srgbClr val="A2A9B1"/>
                      </a:solidFill>
                      <a:prstDash val="solid"/>
                      <a:round/>
                      <a:headEnd type="none" w="sm" len="sm"/>
                      <a:tailEnd type="none" w="sm" len="sm"/>
                    </a:lnR>
                    <a:lnT w="9525" cap="flat" cmpd="sng">
                      <a:solidFill>
                        <a:srgbClr val="A2A9B1"/>
                      </a:solidFill>
                      <a:prstDash val="solid"/>
                      <a:round/>
                      <a:headEnd type="none" w="sm" len="sm"/>
                      <a:tailEnd type="none" w="sm" len="sm"/>
                    </a:lnT>
                    <a:lnB w="9525" cap="flat" cmpd="sng">
                      <a:solidFill>
                        <a:srgbClr val="A2A9B1"/>
                      </a:solidFill>
                      <a:prstDash val="solid"/>
                      <a:round/>
                      <a:headEnd type="none" w="sm" len="sm"/>
                      <a:tailEnd type="none" w="sm" len="sm"/>
                    </a:lnB>
                    <a:solidFill>
                      <a:srgbClr val="F8F9FA"/>
                    </a:solidFill>
                  </a:tcPr>
                </a:tc>
                <a:extLst>
                  <a:ext uri="{0D108BD9-81ED-4DB2-BD59-A6C34878D82A}">
                    <a16:rowId xmlns:a16="http://schemas.microsoft.com/office/drawing/2014/main" val="10001"/>
                  </a:ext>
                </a:extLst>
              </a:tr>
              <a:tr h="628803">
                <a:tc>
                  <a:txBody>
                    <a:bodyPr/>
                    <a:lstStyle/>
                    <a:p>
                      <a:pPr marL="0" marR="0" lvl="0" indent="0" algn="l" rtl="0">
                        <a:spcBef>
                          <a:spcPts val="0"/>
                        </a:spcBef>
                        <a:spcAft>
                          <a:spcPts val="0"/>
                        </a:spcAft>
                        <a:buNone/>
                      </a:pPr>
                      <a:r>
                        <a:rPr lang="es-PE" sz="2400" b="1" u="sng" strike="noStrike">
                          <a:solidFill>
                            <a:schemeClr val="hlink"/>
                          </a:solidFill>
                          <a:hlinkClick r:id="rId5"/>
                        </a:rPr>
                        <a:t>.name</a:t>
                      </a:r>
                      <a:endParaRPr sz="2400" b="1"/>
                    </a:p>
                  </a:txBody>
                  <a:tcPr marL="91450" marR="91450" marT="45725" marB="45725" anchor="ctr">
                    <a:lnL w="9525" cap="flat" cmpd="sng">
                      <a:solidFill>
                        <a:srgbClr val="A2A9B1"/>
                      </a:solidFill>
                      <a:prstDash val="solid"/>
                      <a:round/>
                      <a:headEnd type="none" w="sm" len="sm"/>
                      <a:tailEnd type="none" w="sm" len="sm"/>
                    </a:lnL>
                    <a:lnR w="9525" cap="flat" cmpd="sng">
                      <a:solidFill>
                        <a:srgbClr val="A2A9B1"/>
                      </a:solidFill>
                      <a:prstDash val="solid"/>
                      <a:round/>
                      <a:headEnd type="none" w="sm" len="sm"/>
                      <a:tailEnd type="none" w="sm" len="sm"/>
                    </a:lnR>
                    <a:lnT w="9525" cap="flat" cmpd="sng">
                      <a:solidFill>
                        <a:srgbClr val="A2A9B1"/>
                      </a:solidFill>
                      <a:prstDash val="solid"/>
                      <a:round/>
                      <a:headEnd type="none" w="sm" len="sm"/>
                      <a:tailEnd type="none" w="sm" len="sm"/>
                    </a:lnT>
                    <a:lnB w="9525" cap="flat" cmpd="sng">
                      <a:solidFill>
                        <a:srgbClr val="A2A9B1"/>
                      </a:solidFill>
                      <a:prstDash val="solid"/>
                      <a:round/>
                      <a:headEnd type="none" w="sm" len="sm"/>
                      <a:tailEnd type="none" w="sm" len="sm"/>
                    </a:lnB>
                    <a:solidFill>
                      <a:srgbClr val="F8F9FA"/>
                    </a:solidFill>
                  </a:tcPr>
                </a:tc>
                <a:tc>
                  <a:txBody>
                    <a:bodyPr/>
                    <a:lstStyle/>
                    <a:p>
                      <a:pPr marL="0" marR="0" lvl="0" indent="0" algn="l" rtl="0">
                        <a:spcBef>
                          <a:spcPts val="0"/>
                        </a:spcBef>
                        <a:spcAft>
                          <a:spcPts val="0"/>
                        </a:spcAft>
                        <a:buNone/>
                      </a:pPr>
                      <a:r>
                        <a:rPr lang="es-PE" sz="2400" b="1"/>
                        <a:t>Particulares</a:t>
                      </a:r>
                      <a:endParaRPr/>
                    </a:p>
                  </a:txBody>
                  <a:tcPr marL="91450" marR="91450" marT="45725" marB="45725" anchor="ctr">
                    <a:lnL w="9525" cap="flat" cmpd="sng">
                      <a:solidFill>
                        <a:srgbClr val="A2A9B1"/>
                      </a:solidFill>
                      <a:prstDash val="solid"/>
                      <a:round/>
                      <a:headEnd type="none" w="sm" len="sm"/>
                      <a:tailEnd type="none" w="sm" len="sm"/>
                    </a:lnL>
                    <a:lnR w="9525" cap="flat" cmpd="sng">
                      <a:solidFill>
                        <a:srgbClr val="A2A9B1"/>
                      </a:solidFill>
                      <a:prstDash val="solid"/>
                      <a:round/>
                      <a:headEnd type="none" w="sm" len="sm"/>
                      <a:tailEnd type="none" w="sm" len="sm"/>
                    </a:lnR>
                    <a:lnT w="9525" cap="flat" cmpd="sng">
                      <a:solidFill>
                        <a:srgbClr val="A2A9B1"/>
                      </a:solidFill>
                      <a:prstDash val="solid"/>
                      <a:round/>
                      <a:headEnd type="none" w="sm" len="sm"/>
                      <a:tailEnd type="none" w="sm" len="sm"/>
                    </a:lnT>
                    <a:lnB w="9525" cap="flat" cmpd="sng">
                      <a:solidFill>
                        <a:srgbClr val="A2A9B1"/>
                      </a:solidFill>
                      <a:prstDash val="solid"/>
                      <a:round/>
                      <a:headEnd type="none" w="sm" len="sm"/>
                      <a:tailEnd type="none" w="sm" len="sm"/>
                    </a:lnB>
                    <a:solidFill>
                      <a:srgbClr val="F8F9FA"/>
                    </a:solidFill>
                  </a:tcPr>
                </a:tc>
                <a:extLst>
                  <a:ext uri="{0D108BD9-81ED-4DB2-BD59-A6C34878D82A}">
                    <a16:rowId xmlns:a16="http://schemas.microsoft.com/office/drawing/2014/main" val="10002"/>
                  </a:ext>
                </a:extLst>
              </a:tr>
              <a:tr h="628803">
                <a:tc>
                  <a:txBody>
                    <a:bodyPr/>
                    <a:lstStyle/>
                    <a:p>
                      <a:pPr marL="0" marR="0" lvl="0" indent="0" algn="l" rtl="0">
                        <a:spcBef>
                          <a:spcPts val="0"/>
                        </a:spcBef>
                        <a:spcAft>
                          <a:spcPts val="0"/>
                        </a:spcAft>
                        <a:buNone/>
                      </a:pPr>
                      <a:r>
                        <a:rPr lang="es-PE" sz="2400" b="1" u="sng" strike="noStrike">
                          <a:solidFill>
                            <a:schemeClr val="hlink"/>
                          </a:solidFill>
                          <a:hlinkClick r:id="rId6"/>
                        </a:rPr>
                        <a:t>.pro</a:t>
                      </a:r>
                      <a:endParaRPr sz="2400" b="1"/>
                    </a:p>
                  </a:txBody>
                  <a:tcPr marL="91450" marR="91450" marT="45725" marB="45725" anchor="ctr">
                    <a:lnL w="9525" cap="flat" cmpd="sng">
                      <a:solidFill>
                        <a:srgbClr val="A2A9B1"/>
                      </a:solidFill>
                      <a:prstDash val="solid"/>
                      <a:round/>
                      <a:headEnd type="none" w="sm" len="sm"/>
                      <a:tailEnd type="none" w="sm" len="sm"/>
                    </a:lnL>
                    <a:lnR w="9525" cap="flat" cmpd="sng">
                      <a:solidFill>
                        <a:srgbClr val="A2A9B1"/>
                      </a:solidFill>
                      <a:prstDash val="solid"/>
                      <a:round/>
                      <a:headEnd type="none" w="sm" len="sm"/>
                      <a:tailEnd type="none" w="sm" len="sm"/>
                    </a:lnR>
                    <a:lnT w="9525" cap="flat" cmpd="sng">
                      <a:solidFill>
                        <a:srgbClr val="A2A9B1"/>
                      </a:solidFill>
                      <a:prstDash val="solid"/>
                      <a:round/>
                      <a:headEnd type="none" w="sm" len="sm"/>
                      <a:tailEnd type="none" w="sm" len="sm"/>
                    </a:lnT>
                    <a:lnB w="9525" cap="flat" cmpd="sng">
                      <a:solidFill>
                        <a:srgbClr val="A2A9B1"/>
                      </a:solidFill>
                      <a:prstDash val="solid"/>
                      <a:round/>
                      <a:headEnd type="none" w="sm" len="sm"/>
                      <a:tailEnd type="none" w="sm" len="sm"/>
                    </a:lnB>
                    <a:solidFill>
                      <a:srgbClr val="F8F9FA"/>
                    </a:solidFill>
                  </a:tcPr>
                </a:tc>
                <a:tc>
                  <a:txBody>
                    <a:bodyPr/>
                    <a:lstStyle/>
                    <a:p>
                      <a:pPr marL="0" marR="0" lvl="0" indent="0" algn="l" rtl="0">
                        <a:spcBef>
                          <a:spcPts val="0"/>
                        </a:spcBef>
                        <a:spcAft>
                          <a:spcPts val="0"/>
                        </a:spcAft>
                        <a:buNone/>
                      </a:pPr>
                      <a:r>
                        <a:rPr lang="es-PE" sz="2400" b="1" dirty="0"/>
                        <a:t>Profesionales certificados</a:t>
                      </a:r>
                      <a:endParaRPr dirty="0"/>
                    </a:p>
                  </a:txBody>
                  <a:tcPr marL="91450" marR="91450" marT="45725" marB="45725" anchor="ctr">
                    <a:lnL w="9525" cap="flat" cmpd="sng">
                      <a:solidFill>
                        <a:srgbClr val="A2A9B1"/>
                      </a:solidFill>
                      <a:prstDash val="solid"/>
                      <a:round/>
                      <a:headEnd type="none" w="sm" len="sm"/>
                      <a:tailEnd type="none" w="sm" len="sm"/>
                    </a:lnL>
                    <a:lnR w="9525" cap="flat" cmpd="sng">
                      <a:solidFill>
                        <a:srgbClr val="A2A9B1"/>
                      </a:solidFill>
                      <a:prstDash val="solid"/>
                      <a:round/>
                      <a:headEnd type="none" w="sm" len="sm"/>
                      <a:tailEnd type="none" w="sm" len="sm"/>
                    </a:lnR>
                    <a:lnT w="9525" cap="flat" cmpd="sng">
                      <a:solidFill>
                        <a:srgbClr val="A2A9B1"/>
                      </a:solidFill>
                      <a:prstDash val="solid"/>
                      <a:round/>
                      <a:headEnd type="none" w="sm" len="sm"/>
                      <a:tailEnd type="none" w="sm" len="sm"/>
                    </a:lnT>
                    <a:lnB w="9525" cap="flat" cmpd="sng">
                      <a:solidFill>
                        <a:srgbClr val="A2A9B1"/>
                      </a:solidFill>
                      <a:prstDash val="solid"/>
                      <a:round/>
                      <a:headEnd type="none" w="sm" len="sm"/>
                      <a:tailEnd type="none" w="sm" len="sm"/>
                    </a:lnB>
                    <a:solidFill>
                      <a:srgbClr val="F8F9FA"/>
                    </a:solidFill>
                  </a:tcPr>
                </a:tc>
                <a:extLst>
                  <a:ext uri="{0D108BD9-81ED-4DB2-BD59-A6C34878D82A}">
                    <a16:rowId xmlns:a16="http://schemas.microsoft.com/office/drawing/2014/main" val="10003"/>
                  </a:ext>
                </a:extLst>
              </a:tr>
            </a:tbl>
          </a:graphicData>
        </a:graphic>
      </p:graphicFrame>
      <p:sp>
        <p:nvSpPr>
          <p:cNvPr id="194" name="Google Shape;194;p27"/>
          <p:cNvSpPr/>
          <p:nvPr/>
        </p:nvSpPr>
        <p:spPr>
          <a:xfrm>
            <a:off x="1365813" y="791153"/>
            <a:ext cx="5584862" cy="703691"/>
          </a:xfrm>
          <a:prstGeom prst="rect">
            <a:avLst/>
          </a:prstGeom>
          <a:solidFill>
            <a:srgbClr val="FFFFFF"/>
          </a:solidFill>
          <a:ln>
            <a:noFill/>
          </a:ln>
        </p:spPr>
        <p:txBody>
          <a:bodyPr spcFirstLastPara="1" wrap="square" lIns="0" tIns="47600" rIns="0" bIns="39675" anchor="ctr" anchorCtr="0">
            <a:noAutofit/>
          </a:bodyPr>
          <a:lstStyle/>
          <a:p>
            <a:pPr marL="0" marR="0" lvl="0" indent="0" algn="l" rtl="0">
              <a:lnSpc>
                <a:spcPct val="100000"/>
              </a:lnSpc>
              <a:spcBef>
                <a:spcPts val="0"/>
              </a:spcBef>
              <a:spcAft>
                <a:spcPts val="0"/>
              </a:spcAft>
              <a:buClr>
                <a:srgbClr val="000000"/>
              </a:buClr>
              <a:buSzPts val="4000"/>
              <a:buFont typeface="Arial"/>
              <a:buNone/>
            </a:pPr>
            <a:r>
              <a:rPr lang="es-PE" sz="4000" b="1" i="0" u="none" strike="noStrike" cap="none">
                <a:solidFill>
                  <a:srgbClr val="000000"/>
                </a:solidFill>
                <a:latin typeface="Arial"/>
                <a:ea typeface="Arial"/>
                <a:cs typeface="Arial"/>
                <a:sym typeface="Arial"/>
              </a:rPr>
              <a:t>Dominios restringidos</a:t>
            </a: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98"/>
        <p:cNvGrpSpPr/>
        <p:nvPr/>
      </p:nvGrpSpPr>
      <p:grpSpPr>
        <a:xfrm>
          <a:off x="0" y="0"/>
          <a:ext cx="0" cy="0"/>
          <a:chOff x="0" y="0"/>
          <a:chExt cx="0" cy="0"/>
        </a:xfrm>
      </p:grpSpPr>
      <p:sp>
        <p:nvSpPr>
          <p:cNvPr id="199" name="Google Shape;199;p28"/>
          <p:cNvSpPr txBox="1">
            <a:spLocks noGrp="1"/>
          </p:cNvSpPr>
          <p:nvPr>
            <p:ph type="title"/>
          </p:nvPr>
        </p:nvSpPr>
        <p:spPr>
          <a:xfrm>
            <a:off x="2186595" y="160173"/>
            <a:ext cx="5839740" cy="857579"/>
          </a:xfrm>
          <a:prstGeom prst="rect">
            <a:avLst/>
          </a:prstGeom>
          <a:solidFill>
            <a:srgbClr val="FFFFFF"/>
          </a:solidFill>
          <a:ln>
            <a:noFill/>
          </a:ln>
        </p:spPr>
        <p:txBody>
          <a:bodyPr spcFirstLastPara="1" wrap="square" lIns="0" tIns="47600" rIns="0" bIns="39675" anchor="ctr" anchorCtr="0">
            <a:spAutoFit/>
          </a:bodyPr>
          <a:lstStyle/>
          <a:p>
            <a:pPr marL="0" marR="0" lvl="0" indent="0" algn="l" rtl="0">
              <a:lnSpc>
                <a:spcPct val="100000"/>
              </a:lnSpc>
              <a:spcBef>
                <a:spcPts val="0"/>
              </a:spcBef>
              <a:spcAft>
                <a:spcPts val="0"/>
              </a:spcAft>
              <a:buClr>
                <a:srgbClr val="000000"/>
              </a:buClr>
              <a:buSzPts val="4000"/>
              <a:buFont typeface="Arial"/>
              <a:buNone/>
            </a:pPr>
            <a:r>
              <a:rPr lang="es-PE" sz="4000" b="1" i="0" u="none" strike="noStrike" cap="none">
                <a:solidFill>
                  <a:srgbClr val="000000"/>
                </a:solidFill>
                <a:latin typeface="Arial"/>
                <a:ea typeface="Arial"/>
                <a:cs typeface="Arial"/>
                <a:sym typeface="Arial"/>
              </a:rPr>
              <a:t>Dominios  patrocinados</a:t>
            </a:r>
            <a:endParaRPr/>
          </a:p>
          <a:p>
            <a:pPr marL="0" marR="0" lvl="0" indent="0" algn="l" rtl="0">
              <a:lnSpc>
                <a:spcPct val="100000"/>
              </a:lnSpc>
              <a:spcBef>
                <a:spcPts val="0"/>
              </a:spcBef>
              <a:spcAft>
                <a:spcPts val="0"/>
              </a:spcAft>
              <a:buClr>
                <a:srgbClr val="202122"/>
              </a:buClr>
              <a:buSzPts val="900"/>
              <a:buFont typeface="Arial"/>
              <a:buNone/>
            </a:pPr>
            <a:r>
              <a:rPr lang="es-PE" sz="900" b="0" i="1" u="none" strike="noStrike" cap="none">
                <a:solidFill>
                  <a:srgbClr val="202122"/>
                </a:solidFill>
                <a:latin typeface="Arial"/>
                <a:ea typeface="Arial"/>
                <a:cs typeface="Arial"/>
                <a:sym typeface="Arial"/>
              </a:rPr>
              <a:t>Artículo principal:</a:t>
            </a:r>
            <a:r>
              <a:rPr lang="es-PE" sz="1000" b="0" i="1" u="none" strike="noStrike" cap="none">
                <a:solidFill>
                  <a:srgbClr val="202122"/>
                </a:solidFill>
                <a:latin typeface="Arial"/>
                <a:ea typeface="Arial"/>
                <a:cs typeface="Arial"/>
                <a:sym typeface="Arial"/>
              </a:rPr>
              <a:t> </a:t>
            </a:r>
            <a:r>
              <a:rPr lang="es-PE" sz="1000" b="0" i="0" u="sng" strike="noStrike" cap="none">
                <a:solidFill>
                  <a:schemeClr val="hlink"/>
                </a:solidFill>
                <a:latin typeface="Arial"/>
                <a:ea typeface="Arial"/>
                <a:cs typeface="Arial"/>
                <a:sym typeface="Arial"/>
                <a:hlinkClick r:id="rId3"/>
              </a:rPr>
              <a:t>Dominio de nivel superior patrocinado</a:t>
            </a:r>
            <a:endParaRPr sz="1800" b="0" i="0" u="none" strike="noStrike" cap="none">
              <a:solidFill>
                <a:schemeClr val="dk1"/>
              </a:solidFill>
              <a:latin typeface="Arial"/>
              <a:ea typeface="Arial"/>
              <a:cs typeface="Arial"/>
              <a:sym typeface="Arial"/>
            </a:endParaRPr>
          </a:p>
        </p:txBody>
      </p:sp>
      <p:graphicFrame>
        <p:nvGraphicFramePr>
          <p:cNvPr id="200" name="Google Shape;200;p28"/>
          <p:cNvGraphicFramePr/>
          <p:nvPr>
            <p:extLst>
              <p:ext uri="{D42A27DB-BD31-4B8C-83A1-F6EECF244321}">
                <p14:modId xmlns:p14="http://schemas.microsoft.com/office/powerpoint/2010/main" val="1638685462"/>
              </p:ext>
            </p:extLst>
          </p:nvPr>
        </p:nvGraphicFramePr>
        <p:xfrm>
          <a:off x="1162050" y="1017752"/>
          <a:ext cx="8819472" cy="5681070"/>
        </p:xfrm>
        <a:graphic>
          <a:graphicData uri="http://schemas.openxmlformats.org/drawingml/2006/table">
            <a:tbl>
              <a:tblPr>
                <a:noFill/>
                <a:tableStyleId>{48D3F334-738D-4B2B-AEF6-CECCC2F3852F}</a:tableStyleId>
              </a:tblPr>
              <a:tblGrid>
                <a:gridCol w="4409736">
                  <a:extLst>
                    <a:ext uri="{9D8B030D-6E8A-4147-A177-3AD203B41FA5}">
                      <a16:colId xmlns:a16="http://schemas.microsoft.com/office/drawing/2014/main" val="20000"/>
                    </a:ext>
                  </a:extLst>
                </a:gridCol>
                <a:gridCol w="4409736">
                  <a:extLst>
                    <a:ext uri="{9D8B030D-6E8A-4147-A177-3AD203B41FA5}">
                      <a16:colId xmlns:a16="http://schemas.microsoft.com/office/drawing/2014/main" val="20001"/>
                    </a:ext>
                  </a:extLst>
                </a:gridCol>
              </a:tblGrid>
              <a:tr h="271950">
                <a:tc>
                  <a:txBody>
                    <a:bodyPr/>
                    <a:lstStyle/>
                    <a:p>
                      <a:pPr marL="0" marR="0" lvl="0" indent="0" algn="ctr" rtl="0">
                        <a:spcBef>
                          <a:spcPts val="0"/>
                        </a:spcBef>
                        <a:spcAft>
                          <a:spcPts val="0"/>
                        </a:spcAft>
                        <a:buNone/>
                      </a:pPr>
                      <a:r>
                        <a:rPr lang="es-PE" sz="1300"/>
                        <a:t>Dominio</a:t>
                      </a:r>
                      <a:endParaRPr/>
                    </a:p>
                  </a:txBody>
                  <a:tcPr marL="68000" marR="68000" marT="34000" marB="34000" anchor="ctr">
                    <a:lnL w="9525" cap="flat" cmpd="sng">
                      <a:solidFill>
                        <a:srgbClr val="A2A9B1"/>
                      </a:solidFill>
                      <a:prstDash val="solid"/>
                      <a:round/>
                      <a:headEnd type="none" w="sm" len="sm"/>
                      <a:tailEnd type="none" w="sm" len="sm"/>
                    </a:lnL>
                    <a:lnR w="9525" cap="flat" cmpd="sng">
                      <a:solidFill>
                        <a:srgbClr val="A2A9B1"/>
                      </a:solidFill>
                      <a:prstDash val="solid"/>
                      <a:round/>
                      <a:headEnd type="none" w="sm" len="sm"/>
                      <a:tailEnd type="none" w="sm" len="sm"/>
                    </a:lnR>
                    <a:lnT w="9525" cap="flat" cmpd="sng">
                      <a:solidFill>
                        <a:srgbClr val="A2A9B1"/>
                      </a:solidFill>
                      <a:prstDash val="solid"/>
                      <a:round/>
                      <a:headEnd type="none" w="sm" len="sm"/>
                      <a:tailEnd type="none" w="sm" len="sm"/>
                    </a:lnT>
                    <a:lnB w="9525" cap="flat" cmpd="sng">
                      <a:solidFill>
                        <a:srgbClr val="A2A9B1"/>
                      </a:solidFill>
                      <a:prstDash val="solid"/>
                      <a:round/>
                      <a:headEnd type="none" w="sm" len="sm"/>
                      <a:tailEnd type="none" w="sm" len="sm"/>
                    </a:lnB>
                    <a:solidFill>
                      <a:srgbClr val="EAECF0"/>
                    </a:solidFill>
                  </a:tcPr>
                </a:tc>
                <a:tc>
                  <a:txBody>
                    <a:bodyPr/>
                    <a:lstStyle/>
                    <a:p>
                      <a:pPr marL="0" marR="0" lvl="0" indent="0" algn="ctr" rtl="0">
                        <a:spcBef>
                          <a:spcPts val="0"/>
                        </a:spcBef>
                        <a:spcAft>
                          <a:spcPts val="0"/>
                        </a:spcAft>
                        <a:buNone/>
                      </a:pPr>
                      <a:r>
                        <a:rPr lang="es-PE" sz="1300"/>
                        <a:t>Uso destinado</a:t>
                      </a:r>
                      <a:endParaRPr/>
                    </a:p>
                  </a:txBody>
                  <a:tcPr marL="68000" marR="68000" marT="34000" marB="34000" anchor="ctr">
                    <a:lnL w="9525" cap="flat" cmpd="sng">
                      <a:solidFill>
                        <a:srgbClr val="A2A9B1"/>
                      </a:solidFill>
                      <a:prstDash val="solid"/>
                      <a:round/>
                      <a:headEnd type="none" w="sm" len="sm"/>
                      <a:tailEnd type="none" w="sm" len="sm"/>
                    </a:lnL>
                    <a:lnR w="9525" cap="flat" cmpd="sng">
                      <a:solidFill>
                        <a:srgbClr val="A2A9B1"/>
                      </a:solidFill>
                      <a:prstDash val="solid"/>
                      <a:round/>
                      <a:headEnd type="none" w="sm" len="sm"/>
                      <a:tailEnd type="none" w="sm" len="sm"/>
                    </a:lnR>
                    <a:lnT w="9525" cap="flat" cmpd="sng">
                      <a:solidFill>
                        <a:srgbClr val="A2A9B1"/>
                      </a:solidFill>
                      <a:prstDash val="solid"/>
                      <a:round/>
                      <a:headEnd type="none" w="sm" len="sm"/>
                      <a:tailEnd type="none" w="sm" len="sm"/>
                    </a:lnT>
                    <a:lnB w="9525" cap="flat" cmpd="sng">
                      <a:solidFill>
                        <a:srgbClr val="A2A9B1"/>
                      </a:solidFill>
                      <a:prstDash val="solid"/>
                      <a:round/>
                      <a:headEnd type="none" w="sm" len="sm"/>
                      <a:tailEnd type="none" w="sm" len="sm"/>
                    </a:lnB>
                    <a:solidFill>
                      <a:srgbClr val="EAECF0"/>
                    </a:solidFill>
                  </a:tcPr>
                </a:tc>
                <a:extLst>
                  <a:ext uri="{0D108BD9-81ED-4DB2-BD59-A6C34878D82A}">
                    <a16:rowId xmlns:a16="http://schemas.microsoft.com/office/drawing/2014/main" val="10000"/>
                  </a:ext>
                </a:extLst>
              </a:tr>
              <a:tr h="271950">
                <a:tc>
                  <a:txBody>
                    <a:bodyPr/>
                    <a:lstStyle/>
                    <a:p>
                      <a:pPr marL="0" marR="0" lvl="0" indent="0" algn="l" rtl="0">
                        <a:spcBef>
                          <a:spcPts val="0"/>
                        </a:spcBef>
                        <a:spcAft>
                          <a:spcPts val="0"/>
                        </a:spcAft>
                        <a:buNone/>
                      </a:pPr>
                      <a:r>
                        <a:rPr lang="es-PE" sz="1800" b="1" u="sng" strike="noStrike">
                          <a:solidFill>
                            <a:schemeClr val="hlink"/>
                          </a:solidFill>
                          <a:hlinkClick r:id="rId4"/>
                        </a:rPr>
                        <a:t>.aero</a:t>
                      </a:r>
                      <a:endParaRPr sz="1800" b="1"/>
                    </a:p>
                  </a:txBody>
                  <a:tcPr marL="68000" marR="68000" marT="34000" marB="34000" anchor="ctr">
                    <a:lnL w="9525" cap="flat" cmpd="sng">
                      <a:solidFill>
                        <a:srgbClr val="A2A9B1"/>
                      </a:solidFill>
                      <a:prstDash val="solid"/>
                      <a:round/>
                      <a:headEnd type="none" w="sm" len="sm"/>
                      <a:tailEnd type="none" w="sm" len="sm"/>
                    </a:lnL>
                    <a:lnR w="9525" cap="flat" cmpd="sng">
                      <a:solidFill>
                        <a:srgbClr val="A2A9B1"/>
                      </a:solidFill>
                      <a:prstDash val="solid"/>
                      <a:round/>
                      <a:headEnd type="none" w="sm" len="sm"/>
                      <a:tailEnd type="none" w="sm" len="sm"/>
                    </a:lnR>
                    <a:lnT w="9525" cap="flat" cmpd="sng">
                      <a:solidFill>
                        <a:srgbClr val="A2A9B1"/>
                      </a:solidFill>
                      <a:prstDash val="solid"/>
                      <a:round/>
                      <a:headEnd type="none" w="sm" len="sm"/>
                      <a:tailEnd type="none" w="sm" len="sm"/>
                    </a:lnT>
                    <a:lnB w="9525" cap="flat" cmpd="sng">
                      <a:solidFill>
                        <a:srgbClr val="A2A9B1"/>
                      </a:solidFill>
                      <a:prstDash val="solid"/>
                      <a:round/>
                      <a:headEnd type="none" w="sm" len="sm"/>
                      <a:tailEnd type="none" w="sm" len="sm"/>
                    </a:lnB>
                    <a:solidFill>
                      <a:srgbClr val="F8F9FA"/>
                    </a:solidFill>
                  </a:tcPr>
                </a:tc>
                <a:tc>
                  <a:txBody>
                    <a:bodyPr/>
                    <a:lstStyle/>
                    <a:p>
                      <a:pPr marL="0" marR="0" lvl="0" indent="0" algn="l" rtl="0">
                        <a:spcBef>
                          <a:spcPts val="0"/>
                        </a:spcBef>
                        <a:spcAft>
                          <a:spcPts val="0"/>
                        </a:spcAft>
                        <a:buNone/>
                      </a:pPr>
                      <a:r>
                        <a:rPr lang="es-PE" sz="1800" b="1"/>
                        <a:t>Industria del transporte aéreo</a:t>
                      </a:r>
                      <a:endParaRPr/>
                    </a:p>
                  </a:txBody>
                  <a:tcPr marL="68000" marR="68000" marT="34000" marB="34000" anchor="ctr">
                    <a:lnL w="9525" cap="flat" cmpd="sng">
                      <a:solidFill>
                        <a:srgbClr val="A2A9B1"/>
                      </a:solidFill>
                      <a:prstDash val="solid"/>
                      <a:round/>
                      <a:headEnd type="none" w="sm" len="sm"/>
                      <a:tailEnd type="none" w="sm" len="sm"/>
                    </a:lnL>
                    <a:lnR w="9525" cap="flat" cmpd="sng">
                      <a:solidFill>
                        <a:srgbClr val="A2A9B1"/>
                      </a:solidFill>
                      <a:prstDash val="solid"/>
                      <a:round/>
                      <a:headEnd type="none" w="sm" len="sm"/>
                      <a:tailEnd type="none" w="sm" len="sm"/>
                    </a:lnR>
                    <a:lnT w="9525" cap="flat" cmpd="sng">
                      <a:solidFill>
                        <a:srgbClr val="A2A9B1"/>
                      </a:solidFill>
                      <a:prstDash val="solid"/>
                      <a:round/>
                      <a:headEnd type="none" w="sm" len="sm"/>
                      <a:tailEnd type="none" w="sm" len="sm"/>
                    </a:lnT>
                    <a:lnB w="9525" cap="flat" cmpd="sng">
                      <a:solidFill>
                        <a:srgbClr val="A2A9B1"/>
                      </a:solidFill>
                      <a:prstDash val="solid"/>
                      <a:round/>
                      <a:headEnd type="none" w="sm" len="sm"/>
                      <a:tailEnd type="none" w="sm" len="sm"/>
                    </a:lnB>
                    <a:solidFill>
                      <a:srgbClr val="F8F9FA"/>
                    </a:solidFill>
                  </a:tcPr>
                </a:tc>
                <a:extLst>
                  <a:ext uri="{0D108BD9-81ED-4DB2-BD59-A6C34878D82A}">
                    <a16:rowId xmlns:a16="http://schemas.microsoft.com/office/drawing/2014/main" val="10001"/>
                  </a:ext>
                </a:extLst>
              </a:tr>
              <a:tr h="271950">
                <a:tc>
                  <a:txBody>
                    <a:bodyPr/>
                    <a:lstStyle/>
                    <a:p>
                      <a:pPr marL="0" marR="0" lvl="0" indent="0" algn="l" rtl="0">
                        <a:spcBef>
                          <a:spcPts val="0"/>
                        </a:spcBef>
                        <a:spcAft>
                          <a:spcPts val="0"/>
                        </a:spcAft>
                        <a:buNone/>
                      </a:pPr>
                      <a:r>
                        <a:rPr lang="es-PE" sz="1800" b="1" u="sng" strike="noStrike">
                          <a:solidFill>
                            <a:schemeClr val="hlink"/>
                          </a:solidFill>
                          <a:hlinkClick r:id="rId5"/>
                        </a:rPr>
                        <a:t>.asia</a:t>
                      </a:r>
                      <a:endParaRPr sz="1800" b="1"/>
                    </a:p>
                  </a:txBody>
                  <a:tcPr marL="68000" marR="68000" marT="34000" marB="34000" anchor="ctr">
                    <a:lnL w="9525" cap="flat" cmpd="sng">
                      <a:solidFill>
                        <a:srgbClr val="A2A9B1"/>
                      </a:solidFill>
                      <a:prstDash val="solid"/>
                      <a:round/>
                      <a:headEnd type="none" w="sm" len="sm"/>
                      <a:tailEnd type="none" w="sm" len="sm"/>
                    </a:lnL>
                    <a:lnR w="9525" cap="flat" cmpd="sng">
                      <a:solidFill>
                        <a:srgbClr val="A2A9B1"/>
                      </a:solidFill>
                      <a:prstDash val="solid"/>
                      <a:round/>
                      <a:headEnd type="none" w="sm" len="sm"/>
                      <a:tailEnd type="none" w="sm" len="sm"/>
                    </a:lnR>
                    <a:lnT w="9525" cap="flat" cmpd="sng">
                      <a:solidFill>
                        <a:srgbClr val="A2A9B1"/>
                      </a:solidFill>
                      <a:prstDash val="solid"/>
                      <a:round/>
                      <a:headEnd type="none" w="sm" len="sm"/>
                      <a:tailEnd type="none" w="sm" len="sm"/>
                    </a:lnT>
                    <a:lnB w="9525" cap="flat" cmpd="sng">
                      <a:solidFill>
                        <a:srgbClr val="A2A9B1"/>
                      </a:solidFill>
                      <a:prstDash val="solid"/>
                      <a:round/>
                      <a:headEnd type="none" w="sm" len="sm"/>
                      <a:tailEnd type="none" w="sm" len="sm"/>
                    </a:lnB>
                    <a:solidFill>
                      <a:srgbClr val="F8F9FA"/>
                    </a:solidFill>
                  </a:tcPr>
                </a:tc>
                <a:tc>
                  <a:txBody>
                    <a:bodyPr/>
                    <a:lstStyle/>
                    <a:p>
                      <a:pPr marL="0" marR="0" lvl="0" indent="0" algn="l" rtl="0">
                        <a:spcBef>
                          <a:spcPts val="0"/>
                        </a:spcBef>
                        <a:spcAft>
                          <a:spcPts val="0"/>
                        </a:spcAft>
                        <a:buNone/>
                      </a:pPr>
                      <a:r>
                        <a:rPr lang="es-PE" sz="1800" b="1"/>
                        <a:t>Región Asia-Pacífico</a:t>
                      </a:r>
                      <a:endParaRPr/>
                    </a:p>
                  </a:txBody>
                  <a:tcPr marL="68000" marR="68000" marT="34000" marB="34000" anchor="ctr">
                    <a:lnL w="9525" cap="flat" cmpd="sng">
                      <a:solidFill>
                        <a:srgbClr val="A2A9B1"/>
                      </a:solidFill>
                      <a:prstDash val="solid"/>
                      <a:round/>
                      <a:headEnd type="none" w="sm" len="sm"/>
                      <a:tailEnd type="none" w="sm" len="sm"/>
                    </a:lnL>
                    <a:lnR w="9525" cap="flat" cmpd="sng">
                      <a:solidFill>
                        <a:srgbClr val="A2A9B1"/>
                      </a:solidFill>
                      <a:prstDash val="solid"/>
                      <a:round/>
                      <a:headEnd type="none" w="sm" len="sm"/>
                      <a:tailEnd type="none" w="sm" len="sm"/>
                    </a:lnR>
                    <a:lnT w="9525" cap="flat" cmpd="sng">
                      <a:solidFill>
                        <a:srgbClr val="A2A9B1"/>
                      </a:solidFill>
                      <a:prstDash val="solid"/>
                      <a:round/>
                      <a:headEnd type="none" w="sm" len="sm"/>
                      <a:tailEnd type="none" w="sm" len="sm"/>
                    </a:lnT>
                    <a:lnB w="9525" cap="flat" cmpd="sng">
                      <a:solidFill>
                        <a:srgbClr val="A2A9B1"/>
                      </a:solidFill>
                      <a:prstDash val="solid"/>
                      <a:round/>
                      <a:headEnd type="none" w="sm" len="sm"/>
                      <a:tailEnd type="none" w="sm" len="sm"/>
                    </a:lnB>
                    <a:solidFill>
                      <a:srgbClr val="F8F9FA"/>
                    </a:solidFill>
                  </a:tcPr>
                </a:tc>
                <a:extLst>
                  <a:ext uri="{0D108BD9-81ED-4DB2-BD59-A6C34878D82A}">
                    <a16:rowId xmlns:a16="http://schemas.microsoft.com/office/drawing/2014/main" val="10002"/>
                  </a:ext>
                </a:extLst>
              </a:tr>
              <a:tr h="271950">
                <a:tc>
                  <a:txBody>
                    <a:bodyPr/>
                    <a:lstStyle/>
                    <a:p>
                      <a:pPr marL="0" marR="0" lvl="0" indent="0" algn="l" rtl="0">
                        <a:spcBef>
                          <a:spcPts val="0"/>
                        </a:spcBef>
                        <a:spcAft>
                          <a:spcPts val="0"/>
                        </a:spcAft>
                        <a:buNone/>
                      </a:pPr>
                      <a:r>
                        <a:rPr lang="es-PE" sz="1800" b="1" u="sng" strike="noStrike">
                          <a:solidFill>
                            <a:schemeClr val="hlink"/>
                          </a:solidFill>
                          <a:hlinkClick r:id="rId6"/>
                        </a:rPr>
                        <a:t>.cat</a:t>
                      </a:r>
                      <a:endParaRPr sz="1800" b="1"/>
                    </a:p>
                  </a:txBody>
                  <a:tcPr marL="68000" marR="68000" marT="34000" marB="34000" anchor="ctr">
                    <a:lnL w="9525" cap="flat" cmpd="sng">
                      <a:solidFill>
                        <a:srgbClr val="A2A9B1"/>
                      </a:solidFill>
                      <a:prstDash val="solid"/>
                      <a:round/>
                      <a:headEnd type="none" w="sm" len="sm"/>
                      <a:tailEnd type="none" w="sm" len="sm"/>
                    </a:lnL>
                    <a:lnR w="9525" cap="flat" cmpd="sng">
                      <a:solidFill>
                        <a:srgbClr val="A2A9B1"/>
                      </a:solidFill>
                      <a:prstDash val="solid"/>
                      <a:round/>
                      <a:headEnd type="none" w="sm" len="sm"/>
                      <a:tailEnd type="none" w="sm" len="sm"/>
                    </a:lnR>
                    <a:lnT w="9525" cap="flat" cmpd="sng">
                      <a:solidFill>
                        <a:srgbClr val="A2A9B1"/>
                      </a:solidFill>
                      <a:prstDash val="solid"/>
                      <a:round/>
                      <a:headEnd type="none" w="sm" len="sm"/>
                      <a:tailEnd type="none" w="sm" len="sm"/>
                    </a:lnT>
                    <a:lnB w="9525" cap="flat" cmpd="sng">
                      <a:solidFill>
                        <a:srgbClr val="A2A9B1"/>
                      </a:solidFill>
                      <a:prstDash val="solid"/>
                      <a:round/>
                      <a:headEnd type="none" w="sm" len="sm"/>
                      <a:tailEnd type="none" w="sm" len="sm"/>
                    </a:lnB>
                    <a:solidFill>
                      <a:srgbClr val="F8F9FA"/>
                    </a:solidFill>
                  </a:tcPr>
                </a:tc>
                <a:tc>
                  <a:txBody>
                    <a:bodyPr/>
                    <a:lstStyle/>
                    <a:p>
                      <a:pPr marL="0" marR="0" lvl="0" indent="0" algn="l" rtl="0">
                        <a:spcBef>
                          <a:spcPts val="0"/>
                        </a:spcBef>
                        <a:spcAft>
                          <a:spcPts val="0"/>
                        </a:spcAft>
                        <a:buNone/>
                      </a:pPr>
                      <a:r>
                        <a:rPr lang="es-PE" sz="1800" b="1"/>
                        <a:t>Cultura y </a:t>
                      </a:r>
                      <a:r>
                        <a:rPr lang="es-PE" sz="1800" b="1" u="sng" strike="noStrike">
                          <a:solidFill>
                            <a:schemeClr val="hlink"/>
                          </a:solidFill>
                          <a:hlinkClick r:id="rId7"/>
                        </a:rPr>
                        <a:t>lengua catalanas</a:t>
                      </a:r>
                      <a:endParaRPr sz="1800" b="1"/>
                    </a:p>
                  </a:txBody>
                  <a:tcPr marL="68000" marR="68000" marT="34000" marB="34000" anchor="ctr">
                    <a:lnL w="9525" cap="flat" cmpd="sng">
                      <a:solidFill>
                        <a:srgbClr val="A2A9B1"/>
                      </a:solidFill>
                      <a:prstDash val="solid"/>
                      <a:round/>
                      <a:headEnd type="none" w="sm" len="sm"/>
                      <a:tailEnd type="none" w="sm" len="sm"/>
                    </a:lnL>
                    <a:lnR w="9525" cap="flat" cmpd="sng">
                      <a:solidFill>
                        <a:srgbClr val="A2A9B1"/>
                      </a:solidFill>
                      <a:prstDash val="solid"/>
                      <a:round/>
                      <a:headEnd type="none" w="sm" len="sm"/>
                      <a:tailEnd type="none" w="sm" len="sm"/>
                    </a:lnR>
                    <a:lnT w="9525" cap="flat" cmpd="sng">
                      <a:solidFill>
                        <a:srgbClr val="A2A9B1"/>
                      </a:solidFill>
                      <a:prstDash val="solid"/>
                      <a:round/>
                      <a:headEnd type="none" w="sm" len="sm"/>
                      <a:tailEnd type="none" w="sm" len="sm"/>
                    </a:lnT>
                    <a:lnB w="9525" cap="flat" cmpd="sng">
                      <a:solidFill>
                        <a:srgbClr val="A2A9B1"/>
                      </a:solidFill>
                      <a:prstDash val="solid"/>
                      <a:round/>
                      <a:headEnd type="none" w="sm" len="sm"/>
                      <a:tailEnd type="none" w="sm" len="sm"/>
                    </a:lnB>
                    <a:solidFill>
                      <a:srgbClr val="F8F9FA"/>
                    </a:solidFill>
                  </a:tcPr>
                </a:tc>
                <a:extLst>
                  <a:ext uri="{0D108BD9-81ED-4DB2-BD59-A6C34878D82A}">
                    <a16:rowId xmlns:a16="http://schemas.microsoft.com/office/drawing/2014/main" val="10003"/>
                  </a:ext>
                </a:extLst>
              </a:tr>
              <a:tr h="271950">
                <a:tc>
                  <a:txBody>
                    <a:bodyPr/>
                    <a:lstStyle/>
                    <a:p>
                      <a:pPr marL="0" marR="0" lvl="0" indent="0" algn="l" rtl="0">
                        <a:spcBef>
                          <a:spcPts val="0"/>
                        </a:spcBef>
                        <a:spcAft>
                          <a:spcPts val="0"/>
                        </a:spcAft>
                        <a:buNone/>
                      </a:pPr>
                      <a:r>
                        <a:rPr lang="es-PE" sz="1800" b="1" u="sng" strike="noStrike">
                          <a:solidFill>
                            <a:schemeClr val="hlink"/>
                          </a:solidFill>
                          <a:hlinkClick r:id="rId8"/>
                        </a:rPr>
                        <a:t>.coop</a:t>
                      </a:r>
                      <a:endParaRPr sz="1800" b="1"/>
                    </a:p>
                  </a:txBody>
                  <a:tcPr marL="68000" marR="68000" marT="34000" marB="34000" anchor="ctr">
                    <a:lnL w="9525" cap="flat" cmpd="sng">
                      <a:solidFill>
                        <a:srgbClr val="A2A9B1"/>
                      </a:solidFill>
                      <a:prstDash val="solid"/>
                      <a:round/>
                      <a:headEnd type="none" w="sm" len="sm"/>
                      <a:tailEnd type="none" w="sm" len="sm"/>
                    </a:lnL>
                    <a:lnR w="9525" cap="flat" cmpd="sng">
                      <a:solidFill>
                        <a:srgbClr val="A2A9B1"/>
                      </a:solidFill>
                      <a:prstDash val="solid"/>
                      <a:round/>
                      <a:headEnd type="none" w="sm" len="sm"/>
                      <a:tailEnd type="none" w="sm" len="sm"/>
                    </a:lnR>
                    <a:lnT w="9525" cap="flat" cmpd="sng">
                      <a:solidFill>
                        <a:srgbClr val="A2A9B1"/>
                      </a:solidFill>
                      <a:prstDash val="solid"/>
                      <a:round/>
                      <a:headEnd type="none" w="sm" len="sm"/>
                      <a:tailEnd type="none" w="sm" len="sm"/>
                    </a:lnT>
                    <a:lnB w="9525" cap="flat" cmpd="sng">
                      <a:solidFill>
                        <a:srgbClr val="A2A9B1"/>
                      </a:solidFill>
                      <a:prstDash val="solid"/>
                      <a:round/>
                      <a:headEnd type="none" w="sm" len="sm"/>
                      <a:tailEnd type="none" w="sm" len="sm"/>
                    </a:lnB>
                    <a:solidFill>
                      <a:srgbClr val="F8F9FA"/>
                    </a:solidFill>
                  </a:tcPr>
                </a:tc>
                <a:tc>
                  <a:txBody>
                    <a:bodyPr/>
                    <a:lstStyle/>
                    <a:p>
                      <a:pPr marL="0" marR="0" lvl="0" indent="0" algn="l" rtl="0">
                        <a:spcBef>
                          <a:spcPts val="0"/>
                        </a:spcBef>
                        <a:spcAft>
                          <a:spcPts val="0"/>
                        </a:spcAft>
                        <a:buNone/>
                      </a:pPr>
                      <a:r>
                        <a:rPr lang="es-PE" sz="1800" b="1" u="sng" strike="noStrike">
                          <a:solidFill>
                            <a:schemeClr val="hlink"/>
                          </a:solidFill>
                          <a:hlinkClick r:id="rId9"/>
                        </a:rPr>
                        <a:t>Cooperativas</a:t>
                      </a:r>
                      <a:endParaRPr sz="1800" b="1"/>
                    </a:p>
                  </a:txBody>
                  <a:tcPr marL="68000" marR="68000" marT="34000" marB="34000" anchor="ctr">
                    <a:lnL w="9525" cap="flat" cmpd="sng">
                      <a:solidFill>
                        <a:srgbClr val="A2A9B1"/>
                      </a:solidFill>
                      <a:prstDash val="solid"/>
                      <a:round/>
                      <a:headEnd type="none" w="sm" len="sm"/>
                      <a:tailEnd type="none" w="sm" len="sm"/>
                    </a:lnL>
                    <a:lnR w="9525" cap="flat" cmpd="sng">
                      <a:solidFill>
                        <a:srgbClr val="A2A9B1"/>
                      </a:solidFill>
                      <a:prstDash val="solid"/>
                      <a:round/>
                      <a:headEnd type="none" w="sm" len="sm"/>
                      <a:tailEnd type="none" w="sm" len="sm"/>
                    </a:lnR>
                    <a:lnT w="9525" cap="flat" cmpd="sng">
                      <a:solidFill>
                        <a:srgbClr val="A2A9B1"/>
                      </a:solidFill>
                      <a:prstDash val="solid"/>
                      <a:round/>
                      <a:headEnd type="none" w="sm" len="sm"/>
                      <a:tailEnd type="none" w="sm" len="sm"/>
                    </a:lnT>
                    <a:lnB w="9525" cap="flat" cmpd="sng">
                      <a:solidFill>
                        <a:srgbClr val="A2A9B1"/>
                      </a:solidFill>
                      <a:prstDash val="solid"/>
                      <a:round/>
                      <a:headEnd type="none" w="sm" len="sm"/>
                      <a:tailEnd type="none" w="sm" len="sm"/>
                    </a:lnB>
                    <a:solidFill>
                      <a:srgbClr val="F8F9FA"/>
                    </a:solidFill>
                  </a:tcPr>
                </a:tc>
                <a:extLst>
                  <a:ext uri="{0D108BD9-81ED-4DB2-BD59-A6C34878D82A}">
                    <a16:rowId xmlns:a16="http://schemas.microsoft.com/office/drawing/2014/main" val="10004"/>
                  </a:ext>
                </a:extLst>
              </a:tr>
              <a:tr h="271950">
                <a:tc>
                  <a:txBody>
                    <a:bodyPr/>
                    <a:lstStyle/>
                    <a:p>
                      <a:pPr marL="0" marR="0" lvl="0" indent="0" algn="l" rtl="0">
                        <a:spcBef>
                          <a:spcPts val="0"/>
                        </a:spcBef>
                        <a:spcAft>
                          <a:spcPts val="0"/>
                        </a:spcAft>
                        <a:buNone/>
                      </a:pPr>
                      <a:r>
                        <a:rPr lang="es-PE" sz="1800" b="1" u="sng" strike="noStrike">
                          <a:solidFill>
                            <a:schemeClr val="hlink"/>
                          </a:solidFill>
                          <a:hlinkClick r:id="rId10"/>
                        </a:rPr>
                        <a:t>.edu</a:t>
                      </a:r>
                      <a:endParaRPr sz="1800" b="1"/>
                    </a:p>
                  </a:txBody>
                  <a:tcPr marL="68000" marR="68000" marT="34000" marB="34000" anchor="ctr">
                    <a:lnL w="9525" cap="flat" cmpd="sng">
                      <a:solidFill>
                        <a:srgbClr val="A2A9B1"/>
                      </a:solidFill>
                      <a:prstDash val="solid"/>
                      <a:round/>
                      <a:headEnd type="none" w="sm" len="sm"/>
                      <a:tailEnd type="none" w="sm" len="sm"/>
                    </a:lnL>
                    <a:lnR w="9525" cap="flat" cmpd="sng">
                      <a:solidFill>
                        <a:srgbClr val="A2A9B1"/>
                      </a:solidFill>
                      <a:prstDash val="solid"/>
                      <a:round/>
                      <a:headEnd type="none" w="sm" len="sm"/>
                      <a:tailEnd type="none" w="sm" len="sm"/>
                    </a:lnR>
                    <a:lnT w="9525" cap="flat" cmpd="sng">
                      <a:solidFill>
                        <a:srgbClr val="A2A9B1"/>
                      </a:solidFill>
                      <a:prstDash val="solid"/>
                      <a:round/>
                      <a:headEnd type="none" w="sm" len="sm"/>
                      <a:tailEnd type="none" w="sm" len="sm"/>
                    </a:lnT>
                    <a:lnB w="9525" cap="flat" cmpd="sng">
                      <a:solidFill>
                        <a:srgbClr val="A2A9B1"/>
                      </a:solidFill>
                      <a:prstDash val="solid"/>
                      <a:round/>
                      <a:headEnd type="none" w="sm" len="sm"/>
                      <a:tailEnd type="none" w="sm" len="sm"/>
                    </a:lnB>
                    <a:solidFill>
                      <a:srgbClr val="F8F9FA"/>
                    </a:solidFill>
                  </a:tcPr>
                </a:tc>
                <a:tc>
                  <a:txBody>
                    <a:bodyPr/>
                    <a:lstStyle/>
                    <a:p>
                      <a:pPr marL="0" marR="0" lvl="0" indent="0" algn="l" rtl="0">
                        <a:spcBef>
                          <a:spcPts val="0"/>
                        </a:spcBef>
                        <a:spcAft>
                          <a:spcPts val="0"/>
                        </a:spcAft>
                        <a:buNone/>
                      </a:pPr>
                      <a:r>
                        <a:rPr lang="es-PE" sz="1800" b="1" u="sng" strike="noStrike">
                          <a:solidFill>
                            <a:schemeClr val="hlink"/>
                          </a:solidFill>
                          <a:hlinkClick r:id="rId11"/>
                        </a:rPr>
                        <a:t>Educación</a:t>
                      </a:r>
                      <a:endParaRPr sz="1800" b="1"/>
                    </a:p>
                  </a:txBody>
                  <a:tcPr marL="68000" marR="68000" marT="34000" marB="34000" anchor="ctr">
                    <a:lnL w="9525" cap="flat" cmpd="sng">
                      <a:solidFill>
                        <a:srgbClr val="A2A9B1"/>
                      </a:solidFill>
                      <a:prstDash val="solid"/>
                      <a:round/>
                      <a:headEnd type="none" w="sm" len="sm"/>
                      <a:tailEnd type="none" w="sm" len="sm"/>
                    </a:lnL>
                    <a:lnR w="9525" cap="flat" cmpd="sng">
                      <a:solidFill>
                        <a:srgbClr val="A2A9B1"/>
                      </a:solidFill>
                      <a:prstDash val="solid"/>
                      <a:round/>
                      <a:headEnd type="none" w="sm" len="sm"/>
                      <a:tailEnd type="none" w="sm" len="sm"/>
                    </a:lnR>
                    <a:lnT w="9525" cap="flat" cmpd="sng">
                      <a:solidFill>
                        <a:srgbClr val="A2A9B1"/>
                      </a:solidFill>
                      <a:prstDash val="solid"/>
                      <a:round/>
                      <a:headEnd type="none" w="sm" len="sm"/>
                      <a:tailEnd type="none" w="sm" len="sm"/>
                    </a:lnT>
                    <a:lnB w="9525" cap="flat" cmpd="sng">
                      <a:solidFill>
                        <a:srgbClr val="A2A9B1"/>
                      </a:solidFill>
                      <a:prstDash val="solid"/>
                      <a:round/>
                      <a:headEnd type="none" w="sm" len="sm"/>
                      <a:tailEnd type="none" w="sm" len="sm"/>
                    </a:lnB>
                    <a:solidFill>
                      <a:srgbClr val="F8F9FA"/>
                    </a:solidFill>
                  </a:tcPr>
                </a:tc>
                <a:extLst>
                  <a:ext uri="{0D108BD9-81ED-4DB2-BD59-A6C34878D82A}">
                    <a16:rowId xmlns:a16="http://schemas.microsoft.com/office/drawing/2014/main" val="10005"/>
                  </a:ext>
                </a:extLst>
              </a:tr>
              <a:tr h="271950">
                <a:tc>
                  <a:txBody>
                    <a:bodyPr/>
                    <a:lstStyle/>
                    <a:p>
                      <a:pPr marL="0" marR="0" lvl="0" indent="0" algn="l" rtl="0">
                        <a:spcBef>
                          <a:spcPts val="0"/>
                        </a:spcBef>
                        <a:spcAft>
                          <a:spcPts val="0"/>
                        </a:spcAft>
                        <a:buNone/>
                      </a:pPr>
                      <a:r>
                        <a:rPr lang="es-PE" sz="1800" b="1" u="sng" strike="noStrike">
                          <a:solidFill>
                            <a:schemeClr val="hlink"/>
                          </a:solidFill>
                          <a:hlinkClick r:id="rId12"/>
                        </a:rPr>
                        <a:t>.gov</a:t>
                      </a:r>
                      <a:endParaRPr sz="1800" b="1"/>
                    </a:p>
                  </a:txBody>
                  <a:tcPr marL="68000" marR="68000" marT="34000" marB="34000" anchor="ctr">
                    <a:lnL w="9525" cap="flat" cmpd="sng">
                      <a:solidFill>
                        <a:srgbClr val="A2A9B1"/>
                      </a:solidFill>
                      <a:prstDash val="solid"/>
                      <a:round/>
                      <a:headEnd type="none" w="sm" len="sm"/>
                      <a:tailEnd type="none" w="sm" len="sm"/>
                    </a:lnL>
                    <a:lnR w="9525" cap="flat" cmpd="sng">
                      <a:solidFill>
                        <a:srgbClr val="A2A9B1"/>
                      </a:solidFill>
                      <a:prstDash val="solid"/>
                      <a:round/>
                      <a:headEnd type="none" w="sm" len="sm"/>
                      <a:tailEnd type="none" w="sm" len="sm"/>
                    </a:lnR>
                    <a:lnT w="9525" cap="flat" cmpd="sng">
                      <a:solidFill>
                        <a:srgbClr val="A2A9B1"/>
                      </a:solidFill>
                      <a:prstDash val="solid"/>
                      <a:round/>
                      <a:headEnd type="none" w="sm" len="sm"/>
                      <a:tailEnd type="none" w="sm" len="sm"/>
                    </a:lnT>
                    <a:lnB w="9525" cap="flat" cmpd="sng">
                      <a:solidFill>
                        <a:srgbClr val="A2A9B1"/>
                      </a:solidFill>
                      <a:prstDash val="solid"/>
                      <a:round/>
                      <a:headEnd type="none" w="sm" len="sm"/>
                      <a:tailEnd type="none" w="sm" len="sm"/>
                    </a:lnB>
                    <a:solidFill>
                      <a:srgbClr val="F8F9FA"/>
                    </a:solidFill>
                  </a:tcPr>
                </a:tc>
                <a:tc>
                  <a:txBody>
                    <a:bodyPr/>
                    <a:lstStyle/>
                    <a:p>
                      <a:pPr marL="0" marR="0" lvl="0" indent="0" algn="l" rtl="0">
                        <a:spcBef>
                          <a:spcPts val="0"/>
                        </a:spcBef>
                        <a:spcAft>
                          <a:spcPts val="0"/>
                        </a:spcAft>
                        <a:buNone/>
                      </a:pPr>
                      <a:r>
                        <a:rPr lang="es-PE" sz="1800" b="1" u="sng" strike="noStrike">
                          <a:solidFill>
                            <a:schemeClr val="hlink"/>
                          </a:solidFill>
                          <a:hlinkClick r:id="rId13"/>
                        </a:rPr>
                        <a:t>Gobierno de los Estados Unidos</a:t>
                      </a:r>
                      <a:endParaRPr sz="1800" b="1"/>
                    </a:p>
                  </a:txBody>
                  <a:tcPr marL="68000" marR="68000" marT="34000" marB="34000" anchor="ctr">
                    <a:lnL w="9525" cap="flat" cmpd="sng">
                      <a:solidFill>
                        <a:srgbClr val="A2A9B1"/>
                      </a:solidFill>
                      <a:prstDash val="solid"/>
                      <a:round/>
                      <a:headEnd type="none" w="sm" len="sm"/>
                      <a:tailEnd type="none" w="sm" len="sm"/>
                    </a:lnL>
                    <a:lnR w="9525" cap="flat" cmpd="sng">
                      <a:solidFill>
                        <a:srgbClr val="A2A9B1"/>
                      </a:solidFill>
                      <a:prstDash val="solid"/>
                      <a:round/>
                      <a:headEnd type="none" w="sm" len="sm"/>
                      <a:tailEnd type="none" w="sm" len="sm"/>
                    </a:lnR>
                    <a:lnT w="9525" cap="flat" cmpd="sng">
                      <a:solidFill>
                        <a:srgbClr val="A2A9B1"/>
                      </a:solidFill>
                      <a:prstDash val="solid"/>
                      <a:round/>
                      <a:headEnd type="none" w="sm" len="sm"/>
                      <a:tailEnd type="none" w="sm" len="sm"/>
                    </a:lnT>
                    <a:lnB w="9525" cap="flat" cmpd="sng">
                      <a:solidFill>
                        <a:srgbClr val="A2A9B1"/>
                      </a:solidFill>
                      <a:prstDash val="solid"/>
                      <a:round/>
                      <a:headEnd type="none" w="sm" len="sm"/>
                      <a:tailEnd type="none" w="sm" len="sm"/>
                    </a:lnB>
                    <a:solidFill>
                      <a:srgbClr val="F8F9FA"/>
                    </a:solidFill>
                  </a:tcPr>
                </a:tc>
                <a:extLst>
                  <a:ext uri="{0D108BD9-81ED-4DB2-BD59-A6C34878D82A}">
                    <a16:rowId xmlns:a16="http://schemas.microsoft.com/office/drawing/2014/main" val="10006"/>
                  </a:ext>
                </a:extLst>
              </a:tr>
              <a:tr h="271950">
                <a:tc>
                  <a:txBody>
                    <a:bodyPr/>
                    <a:lstStyle/>
                    <a:p>
                      <a:pPr marL="0" marR="0" lvl="0" indent="0" algn="l" rtl="0">
                        <a:spcBef>
                          <a:spcPts val="0"/>
                        </a:spcBef>
                        <a:spcAft>
                          <a:spcPts val="0"/>
                        </a:spcAft>
                        <a:buNone/>
                      </a:pPr>
                      <a:r>
                        <a:rPr lang="es-PE" sz="1800" b="1" u="sng" strike="noStrike">
                          <a:solidFill>
                            <a:schemeClr val="hlink"/>
                          </a:solidFill>
                          <a:hlinkClick r:id="rId14"/>
                        </a:rPr>
                        <a:t>.int</a:t>
                      </a:r>
                      <a:endParaRPr sz="1800" b="1"/>
                    </a:p>
                  </a:txBody>
                  <a:tcPr marL="68000" marR="68000" marT="34000" marB="34000" anchor="ctr">
                    <a:lnL w="9525" cap="flat" cmpd="sng">
                      <a:solidFill>
                        <a:srgbClr val="A2A9B1"/>
                      </a:solidFill>
                      <a:prstDash val="solid"/>
                      <a:round/>
                      <a:headEnd type="none" w="sm" len="sm"/>
                      <a:tailEnd type="none" w="sm" len="sm"/>
                    </a:lnL>
                    <a:lnR w="9525" cap="flat" cmpd="sng">
                      <a:solidFill>
                        <a:srgbClr val="A2A9B1"/>
                      </a:solidFill>
                      <a:prstDash val="solid"/>
                      <a:round/>
                      <a:headEnd type="none" w="sm" len="sm"/>
                      <a:tailEnd type="none" w="sm" len="sm"/>
                    </a:lnR>
                    <a:lnT w="9525" cap="flat" cmpd="sng">
                      <a:solidFill>
                        <a:srgbClr val="A2A9B1"/>
                      </a:solidFill>
                      <a:prstDash val="solid"/>
                      <a:round/>
                      <a:headEnd type="none" w="sm" len="sm"/>
                      <a:tailEnd type="none" w="sm" len="sm"/>
                    </a:lnT>
                    <a:lnB w="9525" cap="flat" cmpd="sng">
                      <a:solidFill>
                        <a:srgbClr val="A2A9B1"/>
                      </a:solidFill>
                      <a:prstDash val="solid"/>
                      <a:round/>
                      <a:headEnd type="none" w="sm" len="sm"/>
                      <a:tailEnd type="none" w="sm" len="sm"/>
                    </a:lnB>
                    <a:solidFill>
                      <a:srgbClr val="F8F9FA"/>
                    </a:solidFill>
                  </a:tcPr>
                </a:tc>
                <a:tc>
                  <a:txBody>
                    <a:bodyPr/>
                    <a:lstStyle/>
                    <a:p>
                      <a:pPr marL="0" marR="0" lvl="0" indent="0" algn="l" rtl="0">
                        <a:spcBef>
                          <a:spcPts val="0"/>
                        </a:spcBef>
                        <a:spcAft>
                          <a:spcPts val="0"/>
                        </a:spcAft>
                        <a:buNone/>
                      </a:pPr>
                      <a:r>
                        <a:rPr lang="es-PE" sz="1800" b="1" u="sng" strike="noStrike">
                          <a:solidFill>
                            <a:schemeClr val="hlink"/>
                          </a:solidFill>
                          <a:hlinkClick r:id="rId15"/>
                        </a:rPr>
                        <a:t>Organismos internacionales</a:t>
                      </a:r>
                      <a:endParaRPr sz="1800" b="1"/>
                    </a:p>
                  </a:txBody>
                  <a:tcPr marL="68000" marR="68000" marT="34000" marB="34000" anchor="ctr">
                    <a:lnL w="9525" cap="flat" cmpd="sng">
                      <a:solidFill>
                        <a:srgbClr val="A2A9B1"/>
                      </a:solidFill>
                      <a:prstDash val="solid"/>
                      <a:round/>
                      <a:headEnd type="none" w="sm" len="sm"/>
                      <a:tailEnd type="none" w="sm" len="sm"/>
                    </a:lnL>
                    <a:lnR w="9525" cap="flat" cmpd="sng">
                      <a:solidFill>
                        <a:srgbClr val="A2A9B1"/>
                      </a:solidFill>
                      <a:prstDash val="solid"/>
                      <a:round/>
                      <a:headEnd type="none" w="sm" len="sm"/>
                      <a:tailEnd type="none" w="sm" len="sm"/>
                    </a:lnR>
                    <a:lnT w="9525" cap="flat" cmpd="sng">
                      <a:solidFill>
                        <a:srgbClr val="A2A9B1"/>
                      </a:solidFill>
                      <a:prstDash val="solid"/>
                      <a:round/>
                      <a:headEnd type="none" w="sm" len="sm"/>
                      <a:tailEnd type="none" w="sm" len="sm"/>
                    </a:lnT>
                    <a:lnB w="9525" cap="flat" cmpd="sng">
                      <a:solidFill>
                        <a:srgbClr val="A2A9B1"/>
                      </a:solidFill>
                      <a:prstDash val="solid"/>
                      <a:round/>
                      <a:headEnd type="none" w="sm" len="sm"/>
                      <a:tailEnd type="none" w="sm" len="sm"/>
                    </a:lnB>
                    <a:solidFill>
                      <a:srgbClr val="F8F9FA"/>
                    </a:solidFill>
                  </a:tcPr>
                </a:tc>
                <a:extLst>
                  <a:ext uri="{0D108BD9-81ED-4DB2-BD59-A6C34878D82A}">
                    <a16:rowId xmlns:a16="http://schemas.microsoft.com/office/drawing/2014/main" val="10007"/>
                  </a:ext>
                </a:extLst>
              </a:tr>
              <a:tr h="271950">
                <a:tc>
                  <a:txBody>
                    <a:bodyPr/>
                    <a:lstStyle/>
                    <a:p>
                      <a:pPr marL="0" marR="0" lvl="0" indent="0" algn="l" rtl="0">
                        <a:spcBef>
                          <a:spcPts val="0"/>
                        </a:spcBef>
                        <a:spcAft>
                          <a:spcPts val="0"/>
                        </a:spcAft>
                        <a:buNone/>
                      </a:pPr>
                      <a:r>
                        <a:rPr lang="es-PE" sz="1800" b="1" u="sng" strike="noStrike" dirty="0">
                          <a:solidFill>
                            <a:schemeClr val="hlink"/>
                          </a:solidFill>
                          <a:hlinkClick r:id="rId16"/>
                        </a:rPr>
                        <a:t>.</a:t>
                      </a:r>
                      <a:r>
                        <a:rPr lang="es-PE" sz="1800" b="1" u="sng" strike="noStrike" dirty="0" err="1">
                          <a:solidFill>
                            <a:schemeClr val="hlink"/>
                          </a:solidFill>
                          <a:hlinkClick r:id="rId16"/>
                        </a:rPr>
                        <a:t>jobs</a:t>
                      </a:r>
                      <a:endParaRPr sz="1800" b="1" dirty="0"/>
                    </a:p>
                  </a:txBody>
                  <a:tcPr marL="68000" marR="68000" marT="34000" marB="34000" anchor="ctr">
                    <a:lnL w="9525" cap="flat" cmpd="sng">
                      <a:solidFill>
                        <a:srgbClr val="A2A9B1"/>
                      </a:solidFill>
                      <a:prstDash val="solid"/>
                      <a:round/>
                      <a:headEnd type="none" w="sm" len="sm"/>
                      <a:tailEnd type="none" w="sm" len="sm"/>
                    </a:lnL>
                    <a:lnR w="9525" cap="flat" cmpd="sng">
                      <a:solidFill>
                        <a:srgbClr val="A2A9B1"/>
                      </a:solidFill>
                      <a:prstDash val="solid"/>
                      <a:round/>
                      <a:headEnd type="none" w="sm" len="sm"/>
                      <a:tailEnd type="none" w="sm" len="sm"/>
                    </a:lnR>
                    <a:lnT w="9525" cap="flat" cmpd="sng">
                      <a:solidFill>
                        <a:srgbClr val="A2A9B1"/>
                      </a:solidFill>
                      <a:prstDash val="solid"/>
                      <a:round/>
                      <a:headEnd type="none" w="sm" len="sm"/>
                      <a:tailEnd type="none" w="sm" len="sm"/>
                    </a:lnT>
                    <a:lnB w="9525" cap="flat" cmpd="sng">
                      <a:solidFill>
                        <a:srgbClr val="A2A9B1"/>
                      </a:solidFill>
                      <a:prstDash val="solid"/>
                      <a:round/>
                      <a:headEnd type="none" w="sm" len="sm"/>
                      <a:tailEnd type="none" w="sm" len="sm"/>
                    </a:lnB>
                    <a:solidFill>
                      <a:srgbClr val="F8F9FA"/>
                    </a:solidFill>
                  </a:tcPr>
                </a:tc>
                <a:tc>
                  <a:txBody>
                    <a:bodyPr/>
                    <a:lstStyle/>
                    <a:p>
                      <a:pPr marL="0" marR="0" lvl="0" indent="0" algn="l" rtl="0">
                        <a:spcBef>
                          <a:spcPts val="0"/>
                        </a:spcBef>
                        <a:spcAft>
                          <a:spcPts val="0"/>
                        </a:spcAft>
                        <a:buNone/>
                      </a:pPr>
                      <a:r>
                        <a:rPr lang="es-PE" sz="1800" b="1"/>
                        <a:t>Sitios relacionados con el empleo</a:t>
                      </a:r>
                      <a:endParaRPr/>
                    </a:p>
                  </a:txBody>
                  <a:tcPr marL="68000" marR="68000" marT="34000" marB="34000" anchor="ctr">
                    <a:lnL w="9525" cap="flat" cmpd="sng">
                      <a:solidFill>
                        <a:srgbClr val="A2A9B1"/>
                      </a:solidFill>
                      <a:prstDash val="solid"/>
                      <a:round/>
                      <a:headEnd type="none" w="sm" len="sm"/>
                      <a:tailEnd type="none" w="sm" len="sm"/>
                    </a:lnL>
                    <a:lnR w="9525" cap="flat" cmpd="sng">
                      <a:solidFill>
                        <a:srgbClr val="A2A9B1"/>
                      </a:solidFill>
                      <a:prstDash val="solid"/>
                      <a:round/>
                      <a:headEnd type="none" w="sm" len="sm"/>
                      <a:tailEnd type="none" w="sm" len="sm"/>
                    </a:lnR>
                    <a:lnT w="9525" cap="flat" cmpd="sng">
                      <a:solidFill>
                        <a:srgbClr val="A2A9B1"/>
                      </a:solidFill>
                      <a:prstDash val="solid"/>
                      <a:round/>
                      <a:headEnd type="none" w="sm" len="sm"/>
                      <a:tailEnd type="none" w="sm" len="sm"/>
                    </a:lnT>
                    <a:lnB w="9525" cap="flat" cmpd="sng">
                      <a:solidFill>
                        <a:srgbClr val="A2A9B1"/>
                      </a:solidFill>
                      <a:prstDash val="solid"/>
                      <a:round/>
                      <a:headEnd type="none" w="sm" len="sm"/>
                      <a:tailEnd type="none" w="sm" len="sm"/>
                    </a:lnB>
                    <a:solidFill>
                      <a:srgbClr val="F8F9FA"/>
                    </a:solidFill>
                  </a:tcPr>
                </a:tc>
                <a:extLst>
                  <a:ext uri="{0D108BD9-81ED-4DB2-BD59-A6C34878D82A}">
                    <a16:rowId xmlns:a16="http://schemas.microsoft.com/office/drawing/2014/main" val="10008"/>
                  </a:ext>
                </a:extLst>
              </a:tr>
              <a:tr h="271950">
                <a:tc>
                  <a:txBody>
                    <a:bodyPr/>
                    <a:lstStyle/>
                    <a:p>
                      <a:pPr marL="0" marR="0" lvl="0" indent="0" algn="l" rtl="0">
                        <a:spcBef>
                          <a:spcPts val="0"/>
                        </a:spcBef>
                        <a:spcAft>
                          <a:spcPts val="0"/>
                        </a:spcAft>
                        <a:buNone/>
                      </a:pPr>
                      <a:r>
                        <a:rPr lang="es-PE" sz="1800" b="1" u="sng" strike="noStrike">
                          <a:solidFill>
                            <a:schemeClr val="hlink"/>
                          </a:solidFill>
                          <a:hlinkClick r:id="rId17"/>
                        </a:rPr>
                        <a:t>.mil</a:t>
                      </a:r>
                      <a:endParaRPr sz="1800" b="1"/>
                    </a:p>
                  </a:txBody>
                  <a:tcPr marL="68000" marR="68000" marT="34000" marB="34000" anchor="ctr">
                    <a:lnL w="9525" cap="flat" cmpd="sng">
                      <a:solidFill>
                        <a:srgbClr val="A2A9B1"/>
                      </a:solidFill>
                      <a:prstDash val="solid"/>
                      <a:round/>
                      <a:headEnd type="none" w="sm" len="sm"/>
                      <a:tailEnd type="none" w="sm" len="sm"/>
                    </a:lnL>
                    <a:lnR w="9525" cap="flat" cmpd="sng">
                      <a:solidFill>
                        <a:srgbClr val="A2A9B1"/>
                      </a:solidFill>
                      <a:prstDash val="solid"/>
                      <a:round/>
                      <a:headEnd type="none" w="sm" len="sm"/>
                      <a:tailEnd type="none" w="sm" len="sm"/>
                    </a:lnR>
                    <a:lnT w="9525" cap="flat" cmpd="sng">
                      <a:solidFill>
                        <a:srgbClr val="A2A9B1"/>
                      </a:solidFill>
                      <a:prstDash val="solid"/>
                      <a:round/>
                      <a:headEnd type="none" w="sm" len="sm"/>
                      <a:tailEnd type="none" w="sm" len="sm"/>
                    </a:lnT>
                    <a:lnB w="9525" cap="flat" cmpd="sng">
                      <a:solidFill>
                        <a:srgbClr val="A2A9B1"/>
                      </a:solidFill>
                      <a:prstDash val="solid"/>
                      <a:round/>
                      <a:headEnd type="none" w="sm" len="sm"/>
                      <a:tailEnd type="none" w="sm" len="sm"/>
                    </a:lnB>
                    <a:solidFill>
                      <a:srgbClr val="F8F9FA"/>
                    </a:solidFill>
                  </a:tcPr>
                </a:tc>
                <a:tc>
                  <a:txBody>
                    <a:bodyPr/>
                    <a:lstStyle/>
                    <a:p>
                      <a:pPr marL="0" marR="0" lvl="0" indent="0" algn="l" rtl="0">
                        <a:spcBef>
                          <a:spcPts val="0"/>
                        </a:spcBef>
                        <a:spcAft>
                          <a:spcPts val="0"/>
                        </a:spcAft>
                        <a:buNone/>
                      </a:pPr>
                      <a:r>
                        <a:rPr lang="es-PE" sz="1800" b="1" u="sng">
                          <a:solidFill>
                            <a:schemeClr val="hlink"/>
                          </a:solidFill>
                          <a:hlinkClick r:id="rId18"/>
                        </a:rPr>
                        <a:t>Fuerzas armadas de los Estados Unidos</a:t>
                      </a:r>
                      <a:endParaRPr sz="1800" b="1"/>
                    </a:p>
                  </a:txBody>
                  <a:tcPr marL="68000" marR="68000" marT="34000" marB="34000" anchor="ctr">
                    <a:lnL w="9525" cap="flat" cmpd="sng">
                      <a:solidFill>
                        <a:srgbClr val="A2A9B1"/>
                      </a:solidFill>
                      <a:prstDash val="solid"/>
                      <a:round/>
                      <a:headEnd type="none" w="sm" len="sm"/>
                      <a:tailEnd type="none" w="sm" len="sm"/>
                    </a:lnL>
                    <a:lnR w="9525" cap="flat" cmpd="sng">
                      <a:solidFill>
                        <a:srgbClr val="A2A9B1"/>
                      </a:solidFill>
                      <a:prstDash val="solid"/>
                      <a:round/>
                      <a:headEnd type="none" w="sm" len="sm"/>
                      <a:tailEnd type="none" w="sm" len="sm"/>
                    </a:lnR>
                    <a:lnT w="9525" cap="flat" cmpd="sng">
                      <a:solidFill>
                        <a:srgbClr val="A2A9B1"/>
                      </a:solidFill>
                      <a:prstDash val="solid"/>
                      <a:round/>
                      <a:headEnd type="none" w="sm" len="sm"/>
                      <a:tailEnd type="none" w="sm" len="sm"/>
                    </a:lnT>
                    <a:lnB w="9525" cap="flat" cmpd="sng">
                      <a:solidFill>
                        <a:srgbClr val="A2A9B1"/>
                      </a:solidFill>
                      <a:prstDash val="solid"/>
                      <a:round/>
                      <a:headEnd type="none" w="sm" len="sm"/>
                      <a:tailEnd type="none" w="sm" len="sm"/>
                    </a:lnB>
                    <a:solidFill>
                      <a:srgbClr val="F8F9FA"/>
                    </a:solidFill>
                  </a:tcPr>
                </a:tc>
                <a:extLst>
                  <a:ext uri="{0D108BD9-81ED-4DB2-BD59-A6C34878D82A}">
                    <a16:rowId xmlns:a16="http://schemas.microsoft.com/office/drawing/2014/main" val="10009"/>
                  </a:ext>
                </a:extLst>
              </a:tr>
              <a:tr h="271950">
                <a:tc>
                  <a:txBody>
                    <a:bodyPr/>
                    <a:lstStyle/>
                    <a:p>
                      <a:pPr marL="0" marR="0" lvl="0" indent="0" algn="l" rtl="0">
                        <a:spcBef>
                          <a:spcPts val="0"/>
                        </a:spcBef>
                        <a:spcAft>
                          <a:spcPts val="0"/>
                        </a:spcAft>
                        <a:buNone/>
                      </a:pPr>
                      <a:r>
                        <a:rPr lang="es-PE" sz="1800" b="1" u="sng" strike="noStrike">
                          <a:solidFill>
                            <a:schemeClr val="hlink"/>
                          </a:solidFill>
                          <a:hlinkClick r:id="rId19"/>
                        </a:rPr>
                        <a:t>.mobi</a:t>
                      </a:r>
                      <a:endParaRPr sz="1800" b="1"/>
                    </a:p>
                  </a:txBody>
                  <a:tcPr marL="68000" marR="68000" marT="34000" marB="34000" anchor="ctr">
                    <a:lnL w="9525" cap="flat" cmpd="sng">
                      <a:solidFill>
                        <a:srgbClr val="A2A9B1"/>
                      </a:solidFill>
                      <a:prstDash val="solid"/>
                      <a:round/>
                      <a:headEnd type="none" w="sm" len="sm"/>
                      <a:tailEnd type="none" w="sm" len="sm"/>
                    </a:lnL>
                    <a:lnR w="9525" cap="flat" cmpd="sng">
                      <a:solidFill>
                        <a:srgbClr val="A2A9B1"/>
                      </a:solidFill>
                      <a:prstDash val="solid"/>
                      <a:round/>
                      <a:headEnd type="none" w="sm" len="sm"/>
                      <a:tailEnd type="none" w="sm" len="sm"/>
                    </a:lnR>
                    <a:lnT w="9525" cap="flat" cmpd="sng">
                      <a:solidFill>
                        <a:srgbClr val="A2A9B1"/>
                      </a:solidFill>
                      <a:prstDash val="solid"/>
                      <a:round/>
                      <a:headEnd type="none" w="sm" len="sm"/>
                      <a:tailEnd type="none" w="sm" len="sm"/>
                    </a:lnT>
                    <a:lnB w="9525" cap="flat" cmpd="sng">
                      <a:solidFill>
                        <a:srgbClr val="A2A9B1"/>
                      </a:solidFill>
                      <a:prstDash val="solid"/>
                      <a:round/>
                      <a:headEnd type="none" w="sm" len="sm"/>
                      <a:tailEnd type="none" w="sm" len="sm"/>
                    </a:lnB>
                    <a:solidFill>
                      <a:srgbClr val="F8F9FA"/>
                    </a:solidFill>
                  </a:tcPr>
                </a:tc>
                <a:tc>
                  <a:txBody>
                    <a:bodyPr/>
                    <a:lstStyle/>
                    <a:p>
                      <a:pPr marL="0" marR="0" lvl="0" indent="0" algn="l" rtl="0">
                        <a:spcBef>
                          <a:spcPts val="0"/>
                        </a:spcBef>
                        <a:spcAft>
                          <a:spcPts val="0"/>
                        </a:spcAft>
                        <a:buNone/>
                      </a:pPr>
                      <a:r>
                        <a:rPr lang="es-PE" sz="1800" b="1"/>
                        <a:t>Sitios para dispositivos móviles</a:t>
                      </a:r>
                      <a:endParaRPr/>
                    </a:p>
                  </a:txBody>
                  <a:tcPr marL="68000" marR="68000" marT="34000" marB="34000" anchor="ctr">
                    <a:lnL w="9525" cap="flat" cmpd="sng">
                      <a:solidFill>
                        <a:srgbClr val="A2A9B1"/>
                      </a:solidFill>
                      <a:prstDash val="solid"/>
                      <a:round/>
                      <a:headEnd type="none" w="sm" len="sm"/>
                      <a:tailEnd type="none" w="sm" len="sm"/>
                    </a:lnL>
                    <a:lnR w="9525" cap="flat" cmpd="sng">
                      <a:solidFill>
                        <a:srgbClr val="A2A9B1"/>
                      </a:solidFill>
                      <a:prstDash val="solid"/>
                      <a:round/>
                      <a:headEnd type="none" w="sm" len="sm"/>
                      <a:tailEnd type="none" w="sm" len="sm"/>
                    </a:lnR>
                    <a:lnT w="9525" cap="flat" cmpd="sng">
                      <a:solidFill>
                        <a:srgbClr val="A2A9B1"/>
                      </a:solidFill>
                      <a:prstDash val="solid"/>
                      <a:round/>
                      <a:headEnd type="none" w="sm" len="sm"/>
                      <a:tailEnd type="none" w="sm" len="sm"/>
                    </a:lnT>
                    <a:lnB w="9525" cap="flat" cmpd="sng">
                      <a:solidFill>
                        <a:srgbClr val="A2A9B1"/>
                      </a:solidFill>
                      <a:prstDash val="solid"/>
                      <a:round/>
                      <a:headEnd type="none" w="sm" len="sm"/>
                      <a:tailEnd type="none" w="sm" len="sm"/>
                    </a:lnB>
                    <a:solidFill>
                      <a:srgbClr val="F8F9FA"/>
                    </a:solidFill>
                  </a:tcPr>
                </a:tc>
                <a:extLst>
                  <a:ext uri="{0D108BD9-81ED-4DB2-BD59-A6C34878D82A}">
                    <a16:rowId xmlns:a16="http://schemas.microsoft.com/office/drawing/2014/main" val="10010"/>
                  </a:ext>
                </a:extLst>
              </a:tr>
              <a:tr h="271950">
                <a:tc>
                  <a:txBody>
                    <a:bodyPr/>
                    <a:lstStyle/>
                    <a:p>
                      <a:pPr marL="0" marR="0" lvl="0" indent="0" algn="l" rtl="0">
                        <a:spcBef>
                          <a:spcPts val="0"/>
                        </a:spcBef>
                        <a:spcAft>
                          <a:spcPts val="0"/>
                        </a:spcAft>
                        <a:buNone/>
                      </a:pPr>
                      <a:r>
                        <a:rPr lang="es-PE" sz="1800" b="1" u="sng" strike="noStrike">
                          <a:solidFill>
                            <a:schemeClr val="hlink"/>
                          </a:solidFill>
                          <a:hlinkClick r:id="rId20"/>
                        </a:rPr>
                        <a:t>.museum</a:t>
                      </a:r>
                      <a:endParaRPr sz="1800" b="1"/>
                    </a:p>
                  </a:txBody>
                  <a:tcPr marL="68000" marR="68000" marT="34000" marB="34000" anchor="ctr">
                    <a:lnL w="9525" cap="flat" cmpd="sng">
                      <a:solidFill>
                        <a:srgbClr val="A2A9B1"/>
                      </a:solidFill>
                      <a:prstDash val="solid"/>
                      <a:round/>
                      <a:headEnd type="none" w="sm" len="sm"/>
                      <a:tailEnd type="none" w="sm" len="sm"/>
                    </a:lnL>
                    <a:lnR w="9525" cap="flat" cmpd="sng">
                      <a:solidFill>
                        <a:srgbClr val="A2A9B1"/>
                      </a:solidFill>
                      <a:prstDash val="solid"/>
                      <a:round/>
                      <a:headEnd type="none" w="sm" len="sm"/>
                      <a:tailEnd type="none" w="sm" len="sm"/>
                    </a:lnR>
                    <a:lnT w="9525" cap="flat" cmpd="sng">
                      <a:solidFill>
                        <a:srgbClr val="A2A9B1"/>
                      </a:solidFill>
                      <a:prstDash val="solid"/>
                      <a:round/>
                      <a:headEnd type="none" w="sm" len="sm"/>
                      <a:tailEnd type="none" w="sm" len="sm"/>
                    </a:lnT>
                    <a:lnB w="9525" cap="flat" cmpd="sng">
                      <a:solidFill>
                        <a:srgbClr val="A2A9B1"/>
                      </a:solidFill>
                      <a:prstDash val="solid"/>
                      <a:round/>
                      <a:headEnd type="none" w="sm" len="sm"/>
                      <a:tailEnd type="none" w="sm" len="sm"/>
                    </a:lnB>
                    <a:solidFill>
                      <a:srgbClr val="F8F9FA"/>
                    </a:solidFill>
                  </a:tcPr>
                </a:tc>
                <a:tc>
                  <a:txBody>
                    <a:bodyPr/>
                    <a:lstStyle/>
                    <a:p>
                      <a:pPr marL="0" marR="0" lvl="0" indent="0" algn="l" rtl="0">
                        <a:spcBef>
                          <a:spcPts val="0"/>
                        </a:spcBef>
                        <a:spcAft>
                          <a:spcPts val="0"/>
                        </a:spcAft>
                        <a:buNone/>
                      </a:pPr>
                      <a:r>
                        <a:rPr lang="es-PE" sz="1800" b="1" u="sng" strike="noStrike">
                          <a:solidFill>
                            <a:schemeClr val="hlink"/>
                          </a:solidFill>
                          <a:hlinkClick r:id="rId21"/>
                        </a:rPr>
                        <a:t>Museos</a:t>
                      </a:r>
                      <a:endParaRPr sz="1800" b="1"/>
                    </a:p>
                  </a:txBody>
                  <a:tcPr marL="68000" marR="68000" marT="34000" marB="34000" anchor="ctr">
                    <a:lnL w="9525" cap="flat" cmpd="sng">
                      <a:solidFill>
                        <a:srgbClr val="A2A9B1"/>
                      </a:solidFill>
                      <a:prstDash val="solid"/>
                      <a:round/>
                      <a:headEnd type="none" w="sm" len="sm"/>
                      <a:tailEnd type="none" w="sm" len="sm"/>
                    </a:lnL>
                    <a:lnR w="9525" cap="flat" cmpd="sng">
                      <a:solidFill>
                        <a:srgbClr val="A2A9B1"/>
                      </a:solidFill>
                      <a:prstDash val="solid"/>
                      <a:round/>
                      <a:headEnd type="none" w="sm" len="sm"/>
                      <a:tailEnd type="none" w="sm" len="sm"/>
                    </a:lnR>
                    <a:lnT w="9525" cap="flat" cmpd="sng">
                      <a:solidFill>
                        <a:srgbClr val="A2A9B1"/>
                      </a:solidFill>
                      <a:prstDash val="solid"/>
                      <a:round/>
                      <a:headEnd type="none" w="sm" len="sm"/>
                      <a:tailEnd type="none" w="sm" len="sm"/>
                    </a:lnT>
                    <a:lnB w="9525" cap="flat" cmpd="sng">
                      <a:solidFill>
                        <a:srgbClr val="A2A9B1"/>
                      </a:solidFill>
                      <a:prstDash val="solid"/>
                      <a:round/>
                      <a:headEnd type="none" w="sm" len="sm"/>
                      <a:tailEnd type="none" w="sm" len="sm"/>
                    </a:lnB>
                    <a:solidFill>
                      <a:srgbClr val="F8F9FA"/>
                    </a:solidFill>
                  </a:tcPr>
                </a:tc>
                <a:extLst>
                  <a:ext uri="{0D108BD9-81ED-4DB2-BD59-A6C34878D82A}">
                    <a16:rowId xmlns:a16="http://schemas.microsoft.com/office/drawing/2014/main" val="10011"/>
                  </a:ext>
                </a:extLst>
              </a:tr>
              <a:tr h="271950">
                <a:tc>
                  <a:txBody>
                    <a:bodyPr/>
                    <a:lstStyle/>
                    <a:p>
                      <a:pPr marL="0" marR="0" lvl="0" indent="0" algn="l" rtl="0">
                        <a:spcBef>
                          <a:spcPts val="0"/>
                        </a:spcBef>
                        <a:spcAft>
                          <a:spcPts val="0"/>
                        </a:spcAft>
                        <a:buNone/>
                      </a:pPr>
                      <a:r>
                        <a:rPr lang="es-PE" sz="1800" b="1" u="sng" strike="noStrike">
                          <a:solidFill>
                            <a:schemeClr val="hlink"/>
                          </a:solidFill>
                          <a:hlinkClick r:id="rId22"/>
                        </a:rPr>
                        <a:t>.post</a:t>
                      </a:r>
                      <a:endParaRPr sz="1800" b="1"/>
                    </a:p>
                  </a:txBody>
                  <a:tcPr marL="68000" marR="68000" marT="34000" marB="34000" anchor="ctr">
                    <a:lnL w="9525" cap="flat" cmpd="sng">
                      <a:solidFill>
                        <a:srgbClr val="A2A9B1"/>
                      </a:solidFill>
                      <a:prstDash val="solid"/>
                      <a:round/>
                      <a:headEnd type="none" w="sm" len="sm"/>
                      <a:tailEnd type="none" w="sm" len="sm"/>
                    </a:lnL>
                    <a:lnR w="9525" cap="flat" cmpd="sng">
                      <a:solidFill>
                        <a:srgbClr val="A2A9B1"/>
                      </a:solidFill>
                      <a:prstDash val="solid"/>
                      <a:round/>
                      <a:headEnd type="none" w="sm" len="sm"/>
                      <a:tailEnd type="none" w="sm" len="sm"/>
                    </a:lnR>
                    <a:lnT w="9525" cap="flat" cmpd="sng">
                      <a:solidFill>
                        <a:srgbClr val="A2A9B1"/>
                      </a:solidFill>
                      <a:prstDash val="solid"/>
                      <a:round/>
                      <a:headEnd type="none" w="sm" len="sm"/>
                      <a:tailEnd type="none" w="sm" len="sm"/>
                    </a:lnT>
                    <a:lnB w="9525" cap="flat" cmpd="sng">
                      <a:solidFill>
                        <a:srgbClr val="A2A9B1"/>
                      </a:solidFill>
                      <a:prstDash val="solid"/>
                      <a:round/>
                      <a:headEnd type="none" w="sm" len="sm"/>
                      <a:tailEnd type="none" w="sm" len="sm"/>
                    </a:lnB>
                    <a:solidFill>
                      <a:srgbClr val="F8F9FA"/>
                    </a:solidFill>
                  </a:tcPr>
                </a:tc>
                <a:tc>
                  <a:txBody>
                    <a:bodyPr/>
                    <a:lstStyle/>
                    <a:p>
                      <a:pPr marL="0" marR="0" lvl="0" indent="0" algn="l" rtl="0">
                        <a:spcBef>
                          <a:spcPts val="0"/>
                        </a:spcBef>
                        <a:spcAft>
                          <a:spcPts val="0"/>
                        </a:spcAft>
                        <a:buNone/>
                      </a:pPr>
                      <a:r>
                        <a:rPr lang="es-PE" sz="1800" b="1"/>
                        <a:t>Servicios postales</a:t>
                      </a:r>
                      <a:endParaRPr/>
                    </a:p>
                  </a:txBody>
                  <a:tcPr marL="68000" marR="68000" marT="34000" marB="34000" anchor="ctr">
                    <a:lnL w="9525" cap="flat" cmpd="sng">
                      <a:solidFill>
                        <a:srgbClr val="A2A9B1"/>
                      </a:solidFill>
                      <a:prstDash val="solid"/>
                      <a:round/>
                      <a:headEnd type="none" w="sm" len="sm"/>
                      <a:tailEnd type="none" w="sm" len="sm"/>
                    </a:lnL>
                    <a:lnR w="9525" cap="flat" cmpd="sng">
                      <a:solidFill>
                        <a:srgbClr val="A2A9B1"/>
                      </a:solidFill>
                      <a:prstDash val="solid"/>
                      <a:round/>
                      <a:headEnd type="none" w="sm" len="sm"/>
                      <a:tailEnd type="none" w="sm" len="sm"/>
                    </a:lnR>
                    <a:lnT w="9525" cap="flat" cmpd="sng">
                      <a:solidFill>
                        <a:srgbClr val="A2A9B1"/>
                      </a:solidFill>
                      <a:prstDash val="solid"/>
                      <a:round/>
                      <a:headEnd type="none" w="sm" len="sm"/>
                      <a:tailEnd type="none" w="sm" len="sm"/>
                    </a:lnT>
                    <a:lnB w="9525" cap="flat" cmpd="sng">
                      <a:solidFill>
                        <a:srgbClr val="A2A9B1"/>
                      </a:solidFill>
                      <a:prstDash val="solid"/>
                      <a:round/>
                      <a:headEnd type="none" w="sm" len="sm"/>
                      <a:tailEnd type="none" w="sm" len="sm"/>
                    </a:lnB>
                    <a:solidFill>
                      <a:srgbClr val="F8F9FA"/>
                    </a:solidFill>
                  </a:tcPr>
                </a:tc>
                <a:extLst>
                  <a:ext uri="{0D108BD9-81ED-4DB2-BD59-A6C34878D82A}">
                    <a16:rowId xmlns:a16="http://schemas.microsoft.com/office/drawing/2014/main" val="10012"/>
                  </a:ext>
                </a:extLst>
              </a:tr>
              <a:tr h="271950">
                <a:tc>
                  <a:txBody>
                    <a:bodyPr/>
                    <a:lstStyle/>
                    <a:p>
                      <a:pPr marL="0" marR="0" lvl="0" indent="0" algn="l" rtl="0">
                        <a:spcBef>
                          <a:spcPts val="0"/>
                        </a:spcBef>
                        <a:spcAft>
                          <a:spcPts val="0"/>
                        </a:spcAft>
                        <a:buNone/>
                      </a:pPr>
                      <a:r>
                        <a:rPr lang="es-PE" sz="1800" b="1" u="sng" strike="noStrike">
                          <a:solidFill>
                            <a:schemeClr val="hlink"/>
                          </a:solidFill>
                          <a:hlinkClick r:id="rId23"/>
                        </a:rPr>
                        <a:t>.tel</a:t>
                      </a:r>
                      <a:endParaRPr sz="1800" b="1"/>
                    </a:p>
                  </a:txBody>
                  <a:tcPr marL="68000" marR="68000" marT="34000" marB="34000" anchor="ctr">
                    <a:lnL w="9525" cap="flat" cmpd="sng">
                      <a:solidFill>
                        <a:srgbClr val="A2A9B1"/>
                      </a:solidFill>
                      <a:prstDash val="solid"/>
                      <a:round/>
                      <a:headEnd type="none" w="sm" len="sm"/>
                      <a:tailEnd type="none" w="sm" len="sm"/>
                    </a:lnL>
                    <a:lnR w="9525" cap="flat" cmpd="sng">
                      <a:solidFill>
                        <a:srgbClr val="A2A9B1"/>
                      </a:solidFill>
                      <a:prstDash val="solid"/>
                      <a:round/>
                      <a:headEnd type="none" w="sm" len="sm"/>
                      <a:tailEnd type="none" w="sm" len="sm"/>
                    </a:lnR>
                    <a:lnT w="9525" cap="flat" cmpd="sng">
                      <a:solidFill>
                        <a:srgbClr val="A2A9B1"/>
                      </a:solidFill>
                      <a:prstDash val="solid"/>
                      <a:round/>
                      <a:headEnd type="none" w="sm" len="sm"/>
                      <a:tailEnd type="none" w="sm" len="sm"/>
                    </a:lnT>
                    <a:lnB w="9525" cap="flat" cmpd="sng">
                      <a:solidFill>
                        <a:srgbClr val="A2A9B1"/>
                      </a:solidFill>
                      <a:prstDash val="solid"/>
                      <a:round/>
                      <a:headEnd type="none" w="sm" len="sm"/>
                      <a:tailEnd type="none" w="sm" len="sm"/>
                    </a:lnB>
                    <a:solidFill>
                      <a:srgbClr val="F8F9FA"/>
                    </a:solidFill>
                  </a:tcPr>
                </a:tc>
                <a:tc>
                  <a:txBody>
                    <a:bodyPr/>
                    <a:lstStyle/>
                    <a:p>
                      <a:pPr marL="0" marR="0" lvl="0" indent="0" algn="l" rtl="0">
                        <a:spcBef>
                          <a:spcPts val="0"/>
                        </a:spcBef>
                        <a:spcAft>
                          <a:spcPts val="0"/>
                        </a:spcAft>
                        <a:buNone/>
                      </a:pPr>
                      <a:r>
                        <a:rPr lang="es-PE" sz="1800" b="1"/>
                        <a:t>Servicios de telefonía</a:t>
                      </a:r>
                      <a:endParaRPr/>
                    </a:p>
                  </a:txBody>
                  <a:tcPr marL="68000" marR="68000" marT="34000" marB="34000" anchor="ctr">
                    <a:lnL w="9525" cap="flat" cmpd="sng">
                      <a:solidFill>
                        <a:srgbClr val="A2A9B1"/>
                      </a:solidFill>
                      <a:prstDash val="solid"/>
                      <a:round/>
                      <a:headEnd type="none" w="sm" len="sm"/>
                      <a:tailEnd type="none" w="sm" len="sm"/>
                    </a:lnL>
                    <a:lnR w="9525" cap="flat" cmpd="sng">
                      <a:solidFill>
                        <a:srgbClr val="A2A9B1"/>
                      </a:solidFill>
                      <a:prstDash val="solid"/>
                      <a:round/>
                      <a:headEnd type="none" w="sm" len="sm"/>
                      <a:tailEnd type="none" w="sm" len="sm"/>
                    </a:lnR>
                    <a:lnT w="9525" cap="flat" cmpd="sng">
                      <a:solidFill>
                        <a:srgbClr val="A2A9B1"/>
                      </a:solidFill>
                      <a:prstDash val="solid"/>
                      <a:round/>
                      <a:headEnd type="none" w="sm" len="sm"/>
                      <a:tailEnd type="none" w="sm" len="sm"/>
                    </a:lnT>
                    <a:lnB w="9525" cap="flat" cmpd="sng">
                      <a:solidFill>
                        <a:srgbClr val="A2A9B1"/>
                      </a:solidFill>
                      <a:prstDash val="solid"/>
                      <a:round/>
                      <a:headEnd type="none" w="sm" len="sm"/>
                      <a:tailEnd type="none" w="sm" len="sm"/>
                    </a:lnB>
                    <a:solidFill>
                      <a:srgbClr val="F8F9FA"/>
                    </a:solidFill>
                  </a:tcPr>
                </a:tc>
                <a:extLst>
                  <a:ext uri="{0D108BD9-81ED-4DB2-BD59-A6C34878D82A}">
                    <a16:rowId xmlns:a16="http://schemas.microsoft.com/office/drawing/2014/main" val="10013"/>
                  </a:ext>
                </a:extLst>
              </a:tr>
              <a:tr h="271950">
                <a:tc>
                  <a:txBody>
                    <a:bodyPr/>
                    <a:lstStyle/>
                    <a:p>
                      <a:pPr marL="0" marR="0" lvl="0" indent="0" algn="l" rtl="0">
                        <a:spcBef>
                          <a:spcPts val="0"/>
                        </a:spcBef>
                        <a:spcAft>
                          <a:spcPts val="0"/>
                        </a:spcAft>
                        <a:buNone/>
                      </a:pPr>
                      <a:r>
                        <a:rPr lang="es-PE" sz="1800" b="1" u="sng" strike="noStrike">
                          <a:solidFill>
                            <a:schemeClr val="hlink"/>
                          </a:solidFill>
                          <a:hlinkClick r:id="rId24"/>
                        </a:rPr>
                        <a:t>.travel</a:t>
                      </a:r>
                      <a:endParaRPr sz="1800" b="1"/>
                    </a:p>
                  </a:txBody>
                  <a:tcPr marL="68000" marR="68000" marT="34000" marB="34000" anchor="ctr">
                    <a:lnL w="9525" cap="flat" cmpd="sng">
                      <a:solidFill>
                        <a:srgbClr val="A2A9B1"/>
                      </a:solidFill>
                      <a:prstDash val="solid"/>
                      <a:round/>
                      <a:headEnd type="none" w="sm" len="sm"/>
                      <a:tailEnd type="none" w="sm" len="sm"/>
                    </a:lnL>
                    <a:lnR w="9525" cap="flat" cmpd="sng">
                      <a:solidFill>
                        <a:srgbClr val="A2A9B1"/>
                      </a:solidFill>
                      <a:prstDash val="solid"/>
                      <a:round/>
                      <a:headEnd type="none" w="sm" len="sm"/>
                      <a:tailEnd type="none" w="sm" len="sm"/>
                    </a:lnR>
                    <a:lnT w="9525" cap="flat" cmpd="sng">
                      <a:solidFill>
                        <a:srgbClr val="A2A9B1"/>
                      </a:solidFill>
                      <a:prstDash val="solid"/>
                      <a:round/>
                      <a:headEnd type="none" w="sm" len="sm"/>
                      <a:tailEnd type="none" w="sm" len="sm"/>
                    </a:lnT>
                    <a:lnB w="9525" cap="flat" cmpd="sng">
                      <a:solidFill>
                        <a:srgbClr val="A2A9B1"/>
                      </a:solidFill>
                      <a:prstDash val="solid"/>
                      <a:round/>
                      <a:headEnd type="none" w="sm" len="sm"/>
                      <a:tailEnd type="none" w="sm" len="sm"/>
                    </a:lnB>
                    <a:solidFill>
                      <a:srgbClr val="F8F9FA"/>
                    </a:solidFill>
                  </a:tcPr>
                </a:tc>
                <a:tc>
                  <a:txBody>
                    <a:bodyPr/>
                    <a:lstStyle/>
                    <a:p>
                      <a:pPr marL="0" marR="0" lvl="0" indent="0" algn="l" rtl="0">
                        <a:spcBef>
                          <a:spcPts val="0"/>
                        </a:spcBef>
                        <a:spcAft>
                          <a:spcPts val="0"/>
                        </a:spcAft>
                        <a:buNone/>
                      </a:pPr>
                      <a:r>
                        <a:rPr lang="es-PE" sz="1800" b="1"/>
                        <a:t>Servicios relacionados con viajes</a:t>
                      </a:r>
                      <a:endParaRPr/>
                    </a:p>
                  </a:txBody>
                  <a:tcPr marL="68000" marR="68000" marT="34000" marB="34000" anchor="ctr">
                    <a:lnL w="9525" cap="flat" cmpd="sng">
                      <a:solidFill>
                        <a:srgbClr val="A2A9B1"/>
                      </a:solidFill>
                      <a:prstDash val="solid"/>
                      <a:round/>
                      <a:headEnd type="none" w="sm" len="sm"/>
                      <a:tailEnd type="none" w="sm" len="sm"/>
                    </a:lnL>
                    <a:lnR w="9525" cap="flat" cmpd="sng">
                      <a:solidFill>
                        <a:srgbClr val="A2A9B1"/>
                      </a:solidFill>
                      <a:prstDash val="solid"/>
                      <a:round/>
                      <a:headEnd type="none" w="sm" len="sm"/>
                      <a:tailEnd type="none" w="sm" len="sm"/>
                    </a:lnR>
                    <a:lnT w="9525" cap="flat" cmpd="sng">
                      <a:solidFill>
                        <a:srgbClr val="A2A9B1"/>
                      </a:solidFill>
                      <a:prstDash val="solid"/>
                      <a:round/>
                      <a:headEnd type="none" w="sm" len="sm"/>
                      <a:tailEnd type="none" w="sm" len="sm"/>
                    </a:lnT>
                    <a:lnB w="9525" cap="flat" cmpd="sng">
                      <a:solidFill>
                        <a:srgbClr val="A2A9B1"/>
                      </a:solidFill>
                      <a:prstDash val="solid"/>
                      <a:round/>
                      <a:headEnd type="none" w="sm" len="sm"/>
                      <a:tailEnd type="none" w="sm" len="sm"/>
                    </a:lnB>
                    <a:solidFill>
                      <a:srgbClr val="F8F9FA"/>
                    </a:solidFill>
                  </a:tcPr>
                </a:tc>
                <a:extLst>
                  <a:ext uri="{0D108BD9-81ED-4DB2-BD59-A6C34878D82A}">
                    <a16:rowId xmlns:a16="http://schemas.microsoft.com/office/drawing/2014/main" val="10014"/>
                  </a:ext>
                </a:extLst>
              </a:tr>
              <a:tr h="271950">
                <a:tc>
                  <a:txBody>
                    <a:bodyPr/>
                    <a:lstStyle/>
                    <a:p>
                      <a:pPr marL="0" marR="0" lvl="0" indent="0" algn="l" rtl="0">
                        <a:spcBef>
                          <a:spcPts val="0"/>
                        </a:spcBef>
                        <a:spcAft>
                          <a:spcPts val="0"/>
                        </a:spcAft>
                        <a:buNone/>
                      </a:pPr>
                      <a:r>
                        <a:rPr lang="es-PE" sz="1800" b="1" u="sng" strike="noStrike">
                          <a:solidFill>
                            <a:schemeClr val="hlink"/>
                          </a:solidFill>
                          <a:hlinkClick r:id="rId25"/>
                        </a:rPr>
                        <a:t>.xxx</a:t>
                      </a:r>
                      <a:endParaRPr sz="1800" b="1"/>
                    </a:p>
                  </a:txBody>
                  <a:tcPr marL="68000" marR="68000" marT="34000" marB="34000" anchor="ctr">
                    <a:lnL w="9525" cap="flat" cmpd="sng">
                      <a:solidFill>
                        <a:srgbClr val="A2A9B1"/>
                      </a:solidFill>
                      <a:prstDash val="solid"/>
                      <a:round/>
                      <a:headEnd type="none" w="sm" len="sm"/>
                      <a:tailEnd type="none" w="sm" len="sm"/>
                    </a:lnL>
                    <a:lnR w="9525" cap="flat" cmpd="sng">
                      <a:solidFill>
                        <a:srgbClr val="A2A9B1"/>
                      </a:solidFill>
                      <a:prstDash val="solid"/>
                      <a:round/>
                      <a:headEnd type="none" w="sm" len="sm"/>
                      <a:tailEnd type="none" w="sm" len="sm"/>
                    </a:lnR>
                    <a:lnT w="9525" cap="flat" cmpd="sng">
                      <a:solidFill>
                        <a:srgbClr val="A2A9B1"/>
                      </a:solidFill>
                      <a:prstDash val="solid"/>
                      <a:round/>
                      <a:headEnd type="none" w="sm" len="sm"/>
                      <a:tailEnd type="none" w="sm" len="sm"/>
                    </a:lnT>
                    <a:lnB w="9525" cap="flat" cmpd="sng">
                      <a:solidFill>
                        <a:srgbClr val="A2A9B1"/>
                      </a:solidFill>
                      <a:prstDash val="solid"/>
                      <a:round/>
                      <a:headEnd type="none" w="sm" len="sm"/>
                      <a:tailEnd type="none" w="sm" len="sm"/>
                    </a:lnB>
                    <a:solidFill>
                      <a:srgbClr val="F8F9FA"/>
                    </a:solidFill>
                  </a:tcPr>
                </a:tc>
                <a:tc>
                  <a:txBody>
                    <a:bodyPr/>
                    <a:lstStyle/>
                    <a:p>
                      <a:pPr marL="0" marR="0" lvl="0" indent="0" algn="l" rtl="0">
                        <a:spcBef>
                          <a:spcPts val="0"/>
                        </a:spcBef>
                        <a:spcAft>
                          <a:spcPts val="0"/>
                        </a:spcAft>
                        <a:buNone/>
                      </a:pPr>
                      <a:r>
                        <a:rPr lang="es-PE" sz="1800" b="1" dirty="0"/>
                        <a:t>Pornografía</a:t>
                      </a:r>
                      <a:endParaRPr dirty="0"/>
                    </a:p>
                  </a:txBody>
                  <a:tcPr marL="68000" marR="68000" marT="34000" marB="34000" anchor="ctr">
                    <a:lnL w="9525" cap="flat" cmpd="sng">
                      <a:solidFill>
                        <a:srgbClr val="A2A9B1"/>
                      </a:solidFill>
                      <a:prstDash val="solid"/>
                      <a:round/>
                      <a:headEnd type="none" w="sm" len="sm"/>
                      <a:tailEnd type="none" w="sm" len="sm"/>
                    </a:lnL>
                    <a:lnR w="9525" cap="flat" cmpd="sng">
                      <a:solidFill>
                        <a:srgbClr val="A2A9B1"/>
                      </a:solidFill>
                      <a:prstDash val="solid"/>
                      <a:round/>
                      <a:headEnd type="none" w="sm" len="sm"/>
                      <a:tailEnd type="none" w="sm" len="sm"/>
                    </a:lnR>
                    <a:lnT w="9525" cap="flat" cmpd="sng">
                      <a:solidFill>
                        <a:srgbClr val="A2A9B1"/>
                      </a:solidFill>
                      <a:prstDash val="solid"/>
                      <a:round/>
                      <a:headEnd type="none" w="sm" len="sm"/>
                      <a:tailEnd type="none" w="sm" len="sm"/>
                    </a:lnT>
                    <a:lnB w="9525" cap="flat" cmpd="sng">
                      <a:solidFill>
                        <a:srgbClr val="A2A9B1"/>
                      </a:solidFill>
                      <a:prstDash val="solid"/>
                      <a:round/>
                      <a:headEnd type="none" w="sm" len="sm"/>
                      <a:tailEnd type="none" w="sm" len="sm"/>
                    </a:lnB>
                    <a:solidFill>
                      <a:srgbClr val="F8F9FA"/>
                    </a:solidFill>
                  </a:tcPr>
                </a:tc>
                <a:extLst>
                  <a:ext uri="{0D108BD9-81ED-4DB2-BD59-A6C34878D82A}">
                    <a16:rowId xmlns:a16="http://schemas.microsoft.com/office/drawing/2014/main" val="10015"/>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29"/>
          <p:cNvSpPr txBox="1">
            <a:spLocks noGrp="1"/>
          </p:cNvSpPr>
          <p:nvPr>
            <p:ph type="title"/>
          </p:nvPr>
        </p:nvSpPr>
        <p:spPr>
          <a:xfrm>
            <a:off x="677334" y="156237"/>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s-PE" dirty="0"/>
              <a:t>Dominios</a:t>
            </a:r>
            <a:endParaRPr dirty="0"/>
          </a:p>
        </p:txBody>
      </p:sp>
      <p:sp>
        <p:nvSpPr>
          <p:cNvPr id="206" name="Google Shape;206;p29"/>
          <p:cNvSpPr txBox="1">
            <a:spLocks noGrp="1"/>
          </p:cNvSpPr>
          <p:nvPr>
            <p:ph type="body" idx="1"/>
          </p:nvPr>
        </p:nvSpPr>
        <p:spPr>
          <a:xfrm>
            <a:off x="677334" y="1104900"/>
            <a:ext cx="9438216" cy="5448299"/>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s-PE" sz="2400" b="1" dirty="0"/>
              <a:t>Los dos puntos</a:t>
            </a:r>
            <a:endParaRPr sz="2400" dirty="0"/>
          </a:p>
          <a:p>
            <a:pPr marL="0" lvl="0" indent="0" algn="l" rtl="0">
              <a:spcBef>
                <a:spcPts val="1000"/>
              </a:spcBef>
              <a:spcAft>
                <a:spcPts val="0"/>
              </a:spcAft>
              <a:buSzPts val="1440"/>
              <a:buNone/>
            </a:pPr>
            <a:r>
              <a:rPr lang="es-PE" sz="2400" dirty="0"/>
              <a:t>   Los dos puntos actúan como un mecanismo de separación entre el protocolo y el resto de la dirección web, como por ejemplo el nombre de dominio.</a:t>
            </a:r>
            <a:endParaRPr sz="2400" dirty="0"/>
          </a:p>
          <a:p>
            <a:pPr marL="342900" lvl="0" indent="-342900" algn="l" rtl="0">
              <a:spcBef>
                <a:spcPts val="1000"/>
              </a:spcBef>
              <a:spcAft>
                <a:spcPts val="0"/>
              </a:spcAft>
              <a:buSzPts val="1440"/>
              <a:buChar char="►"/>
            </a:pPr>
            <a:r>
              <a:rPr lang="es-PE" sz="2400" b="1" dirty="0"/>
              <a:t>Las barras inclinadas</a:t>
            </a:r>
            <a:endParaRPr sz="2400" dirty="0"/>
          </a:p>
          <a:p>
            <a:pPr marL="342900" lvl="0" indent="-342900" algn="l" rtl="0">
              <a:spcBef>
                <a:spcPts val="1000"/>
              </a:spcBef>
              <a:spcAft>
                <a:spcPts val="0"/>
              </a:spcAft>
              <a:buSzPts val="1440"/>
              <a:buChar char="►"/>
            </a:pPr>
            <a:r>
              <a:rPr lang="es-PE" sz="2400" dirty="0"/>
              <a:t>Las barras inclinadas son una iniciación para el contacto. Notifican la dirección de Internet para lograr el contacto con otro servidor.</a:t>
            </a:r>
            <a:endParaRPr sz="2400" dirty="0"/>
          </a:p>
          <a:p>
            <a:pPr marL="342900" lvl="0" indent="-342900" algn="l" rtl="0">
              <a:spcBef>
                <a:spcPts val="1000"/>
              </a:spcBef>
              <a:spcAft>
                <a:spcPts val="0"/>
              </a:spcAft>
              <a:buSzPts val="1440"/>
              <a:buChar char="►"/>
            </a:pPr>
            <a:r>
              <a:rPr lang="es-PE" sz="2400" b="1" dirty="0"/>
              <a:t>Nombre de dominio</a:t>
            </a:r>
            <a:endParaRPr sz="2400" dirty="0"/>
          </a:p>
          <a:p>
            <a:pPr marL="342900" lvl="0" indent="-342900" algn="l" rtl="0">
              <a:spcBef>
                <a:spcPts val="1000"/>
              </a:spcBef>
              <a:spcAft>
                <a:spcPts val="0"/>
              </a:spcAft>
              <a:buSzPts val="1440"/>
              <a:buChar char="►"/>
            </a:pPr>
            <a:r>
              <a:rPr lang="es-PE" sz="2400" dirty="0"/>
              <a:t>El "nombre de dominio completo" es la dirección web completa como </a:t>
            </a:r>
            <a:r>
              <a:rPr lang="es-PE" sz="2400" u="sng" dirty="0">
                <a:solidFill>
                  <a:schemeClr val="hlink"/>
                </a:solidFill>
                <a:hlinkClick r:id="rId3"/>
              </a:rPr>
              <a:t>www.sistemas.com</a:t>
            </a:r>
            <a:r>
              <a:rPr lang="es-PE" sz="2400" dirty="0"/>
              <a:t>. El "nombre de dominio" sólo se refiere a la última parte de la dirección web, como </a:t>
            </a:r>
            <a:r>
              <a:rPr lang="es-PE" sz="2400" u="sng" dirty="0">
                <a:solidFill>
                  <a:srgbClr val="0070C0"/>
                </a:solidFill>
              </a:rPr>
              <a:t>sistemas</a:t>
            </a:r>
            <a:r>
              <a:rPr lang="es-PE" sz="2400" u="sng" dirty="0">
                <a:solidFill>
                  <a:schemeClr val="hlink"/>
                </a:solidFill>
                <a:hlinkClick r:id="rId4"/>
              </a:rPr>
              <a:t>.com</a:t>
            </a:r>
            <a:r>
              <a:rPr lang="es-PE" sz="2400" dirty="0"/>
              <a:t>.</a:t>
            </a:r>
            <a:endParaRPr sz="2400" dirty="0"/>
          </a:p>
          <a:p>
            <a:pPr marL="342900" lvl="0" indent="-251459" algn="l" rtl="0">
              <a:spcBef>
                <a:spcPts val="1000"/>
              </a:spcBef>
              <a:spcAft>
                <a:spcPts val="0"/>
              </a:spcAft>
              <a:buSzPts val="1440"/>
              <a:buNone/>
            </a:pP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30"/>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s-PE"/>
              <a:t>URL Localizador de recursos uniforme</a:t>
            </a:r>
            <a:br>
              <a:rPr lang="es-PE"/>
            </a:br>
            <a:endParaRPr/>
          </a:p>
        </p:txBody>
      </p:sp>
      <p:sp>
        <p:nvSpPr>
          <p:cNvPr id="212" name="Google Shape;212;p30"/>
          <p:cNvSpPr txBox="1">
            <a:spLocks noGrp="1"/>
          </p:cNvSpPr>
          <p:nvPr>
            <p:ph type="body" idx="1"/>
          </p:nvPr>
        </p:nvSpPr>
        <p:spPr>
          <a:xfrm>
            <a:off x="838200" y="1122744"/>
            <a:ext cx="10676466" cy="5411406"/>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440"/>
              <a:buChar char="►"/>
            </a:pPr>
            <a:r>
              <a:rPr lang="es-PE" sz="2400" dirty="0"/>
              <a:t>Una URL tiene tres elementos principales: un identificador de protocolo, el nombre del dominio y una estructura de ruta y archivo. Ejemplo :</a:t>
            </a:r>
            <a:endParaRPr sz="2400" dirty="0"/>
          </a:p>
          <a:p>
            <a:pPr marL="0" lvl="0" indent="0" algn="l" rtl="0">
              <a:spcBef>
                <a:spcPts val="1000"/>
              </a:spcBef>
              <a:spcAft>
                <a:spcPts val="0"/>
              </a:spcAft>
              <a:buSzPts val="1440"/>
              <a:buNone/>
            </a:pPr>
            <a:r>
              <a:rPr lang="es-PE" sz="2400" dirty="0"/>
              <a:t> "</a:t>
            </a:r>
            <a:r>
              <a:rPr lang="es-PE" sz="2400" u="sng" dirty="0">
                <a:solidFill>
                  <a:schemeClr val="hlink"/>
                </a:solidFill>
                <a:hlinkClick r:id="rId3"/>
              </a:rPr>
              <a:t>http://www.tecnologia.com/here/what.html</a:t>
            </a:r>
            <a:r>
              <a:rPr lang="es-PE" sz="2400" dirty="0"/>
              <a:t>" </a:t>
            </a:r>
            <a:endParaRPr sz="2400" dirty="0"/>
          </a:p>
          <a:p>
            <a:pPr marL="0" lvl="0" indent="0" algn="l" rtl="0">
              <a:spcBef>
                <a:spcPts val="1000"/>
              </a:spcBef>
              <a:spcAft>
                <a:spcPts val="0"/>
              </a:spcAft>
              <a:buSzPts val="1440"/>
              <a:buNone/>
            </a:pPr>
            <a:r>
              <a:rPr lang="es-PE" sz="2400" dirty="0"/>
              <a:t>el "http" es el identificador de protocolo, </a:t>
            </a:r>
            <a:endParaRPr sz="2400" dirty="0"/>
          </a:p>
          <a:p>
            <a:pPr marL="0" lvl="0" indent="0" algn="l" rtl="0">
              <a:spcBef>
                <a:spcPts val="1000"/>
              </a:spcBef>
              <a:spcAft>
                <a:spcPts val="0"/>
              </a:spcAft>
              <a:buSzPts val="1440"/>
              <a:buNone/>
            </a:pPr>
            <a:r>
              <a:rPr lang="es-PE" sz="2400" u="sng" dirty="0">
                <a:solidFill>
                  <a:schemeClr val="hlink"/>
                </a:solidFill>
                <a:hlinkClick r:id="rId4"/>
              </a:rPr>
              <a:t>www.tecnologia.com</a:t>
            </a:r>
            <a:r>
              <a:rPr lang="es-PE" sz="2400" dirty="0"/>
              <a:t>" es el nombre de dominio y </a:t>
            </a:r>
            <a:endParaRPr sz="2400" dirty="0"/>
          </a:p>
          <a:p>
            <a:pPr marL="0" lvl="0" indent="0" algn="l" rtl="0">
              <a:spcBef>
                <a:spcPts val="1000"/>
              </a:spcBef>
              <a:spcAft>
                <a:spcPts val="0"/>
              </a:spcAft>
              <a:buSzPts val="1440"/>
              <a:buNone/>
            </a:pPr>
            <a:r>
              <a:rPr lang="es-PE" sz="2400" b="1" dirty="0">
                <a:solidFill>
                  <a:schemeClr val="accent1"/>
                </a:solidFill>
              </a:rPr>
              <a:t>"</a:t>
            </a:r>
            <a:r>
              <a:rPr lang="es-PE" sz="2400" b="1" dirty="0" err="1">
                <a:solidFill>
                  <a:schemeClr val="accent1"/>
                </a:solidFill>
              </a:rPr>
              <a:t>here</a:t>
            </a:r>
            <a:r>
              <a:rPr lang="es-PE" sz="2400" b="1" dirty="0">
                <a:solidFill>
                  <a:schemeClr val="accent1"/>
                </a:solidFill>
              </a:rPr>
              <a:t>/what.html"</a:t>
            </a:r>
            <a:r>
              <a:rPr lang="es-PE" sz="2400" dirty="0">
                <a:solidFill>
                  <a:schemeClr val="accent1"/>
                </a:solidFill>
              </a:rPr>
              <a:t> </a:t>
            </a:r>
            <a:r>
              <a:rPr lang="es-PE" sz="2400" dirty="0"/>
              <a:t>es la ruta de acceso y nombre del archivo. </a:t>
            </a:r>
            <a:endParaRPr sz="2400" dirty="0"/>
          </a:p>
          <a:p>
            <a:pPr marL="342900" lvl="0" indent="-342900" algn="l" rtl="0">
              <a:spcBef>
                <a:spcPts val="1000"/>
              </a:spcBef>
              <a:spcAft>
                <a:spcPts val="0"/>
              </a:spcAft>
              <a:buSzPts val="1440"/>
              <a:buChar char="►"/>
            </a:pPr>
            <a:r>
              <a:rPr lang="es-PE" sz="2400" dirty="0"/>
              <a:t>El identificador de protocolo indica qué protocolo de transferencia o lenguaje está en funcionamiento para llevar el archivo. </a:t>
            </a:r>
            <a:endParaRPr sz="2400" dirty="0"/>
          </a:p>
          <a:p>
            <a:pPr marL="342900" lvl="0" indent="-342900" algn="l" rtl="0">
              <a:spcBef>
                <a:spcPts val="1000"/>
              </a:spcBef>
              <a:spcAft>
                <a:spcPts val="0"/>
              </a:spcAft>
              <a:buSzPts val="1440"/>
              <a:buChar char="►"/>
            </a:pPr>
            <a:r>
              <a:rPr lang="es-PE" sz="2400" dirty="0"/>
              <a:t>El nombre de dominio es el nombre del sitio web.</a:t>
            </a:r>
            <a:endParaRPr sz="2400" dirty="0"/>
          </a:p>
          <a:p>
            <a:pPr marL="342900" lvl="0" indent="-342900" algn="l" rtl="0">
              <a:spcBef>
                <a:spcPts val="1000"/>
              </a:spcBef>
              <a:spcAft>
                <a:spcPts val="0"/>
              </a:spcAft>
              <a:buSzPts val="1440"/>
              <a:buChar char="►"/>
            </a:pPr>
            <a:r>
              <a:rPr lang="es-PE" sz="2400" dirty="0"/>
              <a:t> El archivo es la página que el usuario desea ver y es la ruta de la directorio del servidor web donde se encuentra el archivo.</a:t>
            </a:r>
            <a:endParaRPr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31"/>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s-PE"/>
              <a:t>estructura general de una URL</a:t>
            </a:r>
            <a:endParaRPr/>
          </a:p>
        </p:txBody>
      </p:sp>
      <p:sp>
        <p:nvSpPr>
          <p:cNvPr id="218" name="Google Shape;218;p31"/>
          <p:cNvSpPr txBox="1">
            <a:spLocks noGrp="1"/>
          </p:cNvSpPr>
          <p:nvPr>
            <p:ph type="body" idx="1"/>
          </p:nvPr>
        </p:nvSpPr>
        <p:spPr>
          <a:xfrm>
            <a:off x="838200" y="1825625"/>
            <a:ext cx="10875380" cy="4351338"/>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s-PE" sz="2400" dirty="0"/>
              <a:t>La estructura general de una URL es la siguiente:</a:t>
            </a:r>
            <a:endParaRPr sz="2400" dirty="0"/>
          </a:p>
          <a:p>
            <a:pPr marL="0" lvl="0" indent="0" algn="l" rtl="0">
              <a:spcBef>
                <a:spcPts val="1000"/>
              </a:spcBef>
              <a:spcAft>
                <a:spcPts val="0"/>
              </a:spcAft>
              <a:buSzPts val="2560"/>
              <a:buNone/>
            </a:pPr>
            <a:r>
              <a:rPr lang="es-PE" sz="2400" dirty="0">
                <a:solidFill>
                  <a:srgbClr val="0070C0"/>
                </a:solidFill>
              </a:rPr>
              <a:t>  </a:t>
            </a:r>
            <a:endParaRPr sz="2400" dirty="0"/>
          </a:p>
          <a:p>
            <a:pPr marL="0" lvl="0" indent="0" algn="l" rtl="0">
              <a:spcBef>
                <a:spcPts val="1000"/>
              </a:spcBef>
              <a:spcAft>
                <a:spcPts val="0"/>
              </a:spcAft>
              <a:buSzPts val="2560"/>
              <a:buNone/>
            </a:pPr>
            <a:endParaRPr sz="3200" dirty="0">
              <a:solidFill>
                <a:srgbClr val="0070C0"/>
              </a:solidFill>
            </a:endParaRPr>
          </a:p>
          <a:p>
            <a:pPr marL="0" lvl="0" indent="0" algn="l" rtl="0">
              <a:spcBef>
                <a:spcPts val="1000"/>
              </a:spcBef>
              <a:spcAft>
                <a:spcPts val="0"/>
              </a:spcAft>
              <a:buSzPts val="2560"/>
              <a:buNone/>
            </a:pPr>
            <a:r>
              <a:rPr lang="es-PE" sz="3200" dirty="0">
                <a:solidFill>
                  <a:srgbClr val="FF0000"/>
                </a:solidFill>
              </a:rPr>
              <a:t> </a:t>
            </a:r>
            <a:r>
              <a:rPr lang="es-PE" sz="3600" dirty="0">
                <a:solidFill>
                  <a:srgbClr val="FF0000"/>
                </a:solidFill>
              </a:rPr>
              <a:t>protocolo</a:t>
            </a:r>
            <a:r>
              <a:rPr lang="es-PE" sz="3600" dirty="0">
                <a:solidFill>
                  <a:srgbClr val="0070C0"/>
                </a:solidFill>
              </a:rPr>
              <a:t>://</a:t>
            </a:r>
            <a:r>
              <a:rPr lang="es-PE" sz="3600" dirty="0">
                <a:solidFill>
                  <a:schemeClr val="accent6"/>
                </a:solidFill>
              </a:rPr>
              <a:t>servidor:puerto</a:t>
            </a:r>
            <a:r>
              <a:rPr lang="es-PE" sz="3600" dirty="0">
                <a:solidFill>
                  <a:srgbClr val="0070C0"/>
                </a:solidFill>
              </a:rPr>
              <a:t>/</a:t>
            </a:r>
            <a:r>
              <a:rPr lang="es-PE" sz="3600" dirty="0">
                <a:solidFill>
                  <a:srgbClr val="7030A0"/>
                </a:solidFill>
              </a:rPr>
              <a:t>directorio</a:t>
            </a:r>
            <a:r>
              <a:rPr lang="es-PE" sz="3600" dirty="0">
                <a:solidFill>
                  <a:srgbClr val="0070C0"/>
                </a:solidFill>
              </a:rPr>
              <a:t>/pagina</a:t>
            </a:r>
            <a:endParaRPr sz="3600" dirty="0"/>
          </a:p>
          <a:p>
            <a:pPr marL="342900" lvl="0" indent="-251459" algn="l" rtl="0">
              <a:spcBef>
                <a:spcPts val="1000"/>
              </a:spcBef>
              <a:spcAft>
                <a:spcPts val="0"/>
              </a:spcAft>
              <a:buSzPts val="1440"/>
              <a:buNone/>
            </a:pP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32"/>
          <p:cNvSpPr txBox="1">
            <a:spLocks noGrp="1"/>
          </p:cNvSpPr>
          <p:nvPr>
            <p:ph type="body" idx="1"/>
          </p:nvPr>
        </p:nvSpPr>
        <p:spPr>
          <a:xfrm>
            <a:off x="838200" y="787078"/>
            <a:ext cx="10515600" cy="5389885"/>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3200"/>
              <a:buChar char="►"/>
            </a:pPr>
            <a:r>
              <a:rPr lang="es-PE" sz="4000" b="1">
                <a:solidFill>
                  <a:srgbClr val="FF0000"/>
                </a:solidFill>
              </a:rPr>
              <a:t>Protocolo</a:t>
            </a:r>
            <a:endParaRPr sz="4000">
              <a:solidFill>
                <a:srgbClr val="FF0000"/>
              </a:solidFill>
            </a:endParaRPr>
          </a:p>
          <a:p>
            <a:pPr marL="0" lvl="0" indent="0" algn="l" rtl="0">
              <a:spcBef>
                <a:spcPts val="1000"/>
              </a:spcBef>
              <a:spcAft>
                <a:spcPts val="0"/>
              </a:spcAft>
              <a:buSzPts val="1440"/>
              <a:buNone/>
            </a:pPr>
            <a:r>
              <a:rPr lang="es-PE"/>
              <a:t>es el formato en el que se van a intercambiar los datos nuestro navegador y la máquina de destino. </a:t>
            </a:r>
            <a:endParaRPr/>
          </a:p>
          <a:p>
            <a:pPr marL="342900" lvl="0" indent="-342900" algn="l" rtl="0">
              <a:spcBef>
                <a:spcPts val="1000"/>
              </a:spcBef>
              <a:spcAft>
                <a:spcPts val="0"/>
              </a:spcAft>
              <a:buSzPts val="1440"/>
              <a:buChar char="►"/>
            </a:pPr>
            <a:r>
              <a:rPr lang="es-PE"/>
              <a:t>Existen diferentes protocolos, dependiendo del contenido que queramos intercambiar. </a:t>
            </a:r>
            <a:endParaRPr/>
          </a:p>
          <a:p>
            <a:pPr marL="0" lvl="0" indent="0" algn="l" rtl="0">
              <a:spcBef>
                <a:spcPts val="1000"/>
              </a:spcBef>
              <a:spcAft>
                <a:spcPts val="0"/>
              </a:spcAft>
              <a:buSzPts val="1440"/>
              <a:buNone/>
            </a:pPr>
            <a:r>
              <a:rPr lang="es-PE"/>
              <a:t> Por ejemplo, el </a:t>
            </a:r>
            <a:r>
              <a:rPr lang="es-PE">
                <a:solidFill>
                  <a:srgbClr val="0070C0"/>
                </a:solidFill>
              </a:rPr>
              <a:t>http</a:t>
            </a:r>
            <a:r>
              <a:rPr lang="es-PE"/>
              <a:t> (</a:t>
            </a:r>
            <a:r>
              <a:rPr lang="es-PE" i="1"/>
              <a:t>hypertext transfer protocol)</a:t>
            </a:r>
            <a:r>
              <a:rPr lang="es-PE"/>
              <a:t> es para la visualización de páginas web, </a:t>
            </a:r>
            <a:endParaRPr/>
          </a:p>
          <a:p>
            <a:pPr marL="0" lvl="0" indent="0" algn="l" rtl="0">
              <a:spcBef>
                <a:spcPts val="1000"/>
              </a:spcBef>
              <a:spcAft>
                <a:spcPts val="0"/>
              </a:spcAft>
              <a:buSzPts val="1440"/>
              <a:buNone/>
            </a:pPr>
            <a:r>
              <a:rPr lang="es-PE">
                <a:solidFill>
                  <a:srgbClr val="0070C0"/>
                </a:solidFill>
              </a:rPr>
              <a:t>ftp</a:t>
            </a:r>
            <a:r>
              <a:rPr lang="es-PE"/>
              <a:t> (</a:t>
            </a:r>
            <a:r>
              <a:rPr lang="es-PE" i="1"/>
              <a:t>file transfer protocol</a:t>
            </a:r>
            <a:r>
              <a:rPr lang="es-PE"/>
              <a:t>) para transferir fichero, </a:t>
            </a:r>
            <a:endParaRPr/>
          </a:p>
          <a:p>
            <a:pPr marL="0" lvl="0" indent="0" algn="l" rtl="0">
              <a:spcBef>
                <a:spcPts val="1000"/>
              </a:spcBef>
              <a:spcAft>
                <a:spcPts val="0"/>
              </a:spcAft>
              <a:buSzPts val="1440"/>
              <a:buNone/>
            </a:pPr>
            <a:r>
              <a:rPr lang="es-PE">
                <a:solidFill>
                  <a:srgbClr val="0070C0"/>
                </a:solidFill>
              </a:rPr>
              <a:t>mail </a:t>
            </a:r>
            <a:r>
              <a:rPr lang="es-PE"/>
              <a:t>para transmitir correos electrónicos,…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227"/>
        <p:cNvGrpSpPr/>
        <p:nvPr/>
      </p:nvGrpSpPr>
      <p:grpSpPr>
        <a:xfrm>
          <a:off x="0" y="0"/>
          <a:ext cx="0" cy="0"/>
          <a:chOff x="0" y="0"/>
          <a:chExt cx="0" cy="0"/>
        </a:xfrm>
      </p:grpSpPr>
      <p:sp>
        <p:nvSpPr>
          <p:cNvPr id="228" name="Google Shape;228;p33"/>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202122"/>
              </a:buClr>
              <a:buSzPts val="3600"/>
              <a:buFont typeface="Arial"/>
              <a:buNone/>
            </a:pPr>
            <a:r>
              <a:rPr lang="es-PE">
                <a:solidFill>
                  <a:srgbClr val="202122"/>
                </a:solidFill>
                <a:latin typeface="Arial"/>
                <a:ea typeface="Arial"/>
                <a:cs typeface="Arial"/>
                <a:sym typeface="Arial"/>
              </a:rPr>
              <a:t>Esquemas URL</a:t>
            </a:r>
            <a:endParaRPr/>
          </a:p>
        </p:txBody>
      </p:sp>
      <p:sp>
        <p:nvSpPr>
          <p:cNvPr id="229" name="Google Shape;229;p33"/>
          <p:cNvSpPr txBox="1">
            <a:spLocks noGrp="1"/>
          </p:cNvSpPr>
          <p:nvPr>
            <p:ph type="body" idx="1"/>
          </p:nvPr>
        </p:nvSpPr>
        <p:spPr>
          <a:xfrm>
            <a:off x="838200" y="1391934"/>
            <a:ext cx="11049419" cy="5218721"/>
          </a:xfrm>
          <a:prstGeom prst="rect">
            <a:avLst/>
          </a:prstGeom>
          <a:solidFill>
            <a:srgbClr val="F8F9FA"/>
          </a:solidFill>
          <a:ln>
            <a:noFill/>
          </a:ln>
        </p:spPr>
        <p:txBody>
          <a:bodyPr spcFirstLastPara="1" wrap="square" lIns="253900" tIns="47600" rIns="0" bIns="0" anchor="ctr" anchorCtr="0">
            <a:spAutoFit/>
          </a:bodyPr>
          <a:lstStyle/>
          <a:p>
            <a:pPr marL="0" marR="0" lvl="0" indent="0" algn="l" rtl="0">
              <a:lnSpc>
                <a:spcPct val="100000"/>
              </a:lnSpc>
              <a:spcBef>
                <a:spcPts val="0"/>
              </a:spcBef>
              <a:spcAft>
                <a:spcPts val="0"/>
              </a:spcAft>
              <a:buClr>
                <a:srgbClr val="202122"/>
              </a:buClr>
              <a:buSzPts val="1000"/>
              <a:buFont typeface="Arial"/>
              <a:buNone/>
            </a:pPr>
            <a:r>
              <a:rPr lang="es-PE" sz="1000" b="0" i="0" u="none" strike="noStrike" cap="none">
                <a:solidFill>
                  <a:srgbClr val="202122"/>
                </a:solidFill>
                <a:latin typeface="Arial"/>
                <a:ea typeface="Arial"/>
                <a:cs typeface="Arial"/>
                <a:sym typeface="Arial"/>
              </a:rPr>
              <a:t>:</a:t>
            </a:r>
            <a:endParaRPr sz="800" b="0" i="0" u="none" strike="noStrike" cap="none">
              <a:solidFill>
                <a:schemeClr val="dk1"/>
              </a:solidFill>
            </a:endParaRPr>
          </a:p>
          <a:p>
            <a:pPr marL="0" marR="0" lvl="0" indent="-114300" algn="l" rtl="0">
              <a:lnSpc>
                <a:spcPct val="100000"/>
              </a:lnSpc>
              <a:spcBef>
                <a:spcPts val="0"/>
              </a:spcBef>
              <a:spcAft>
                <a:spcPts val="0"/>
              </a:spcAft>
              <a:buClr>
                <a:srgbClr val="000000"/>
              </a:buClr>
              <a:buSzPts val="1800"/>
              <a:buFont typeface="Courier New"/>
              <a:buChar char="•"/>
            </a:pPr>
            <a:r>
              <a:rPr lang="es-PE" b="0" i="0" u="none" strike="noStrike" cap="none">
                <a:solidFill>
                  <a:srgbClr val="000000"/>
                </a:solidFill>
                <a:latin typeface="Courier New"/>
                <a:ea typeface="Courier New"/>
                <a:cs typeface="Courier New"/>
                <a:sym typeface="Courier New"/>
              </a:rPr>
              <a:t>http</a:t>
            </a:r>
            <a:r>
              <a:rPr lang="es-PE" b="0" i="0" u="none" strike="noStrike" cap="none">
                <a:solidFill>
                  <a:srgbClr val="202122"/>
                </a:solidFill>
                <a:latin typeface="Arial"/>
                <a:ea typeface="Arial"/>
                <a:cs typeface="Arial"/>
                <a:sym typeface="Arial"/>
              </a:rPr>
              <a:t> - recursos </a:t>
            </a:r>
            <a:r>
              <a:rPr lang="es-PE" b="0" i="1" u="sng" strike="noStrike" cap="none">
                <a:solidFill>
                  <a:schemeClr val="hlink"/>
                </a:solidFill>
                <a:latin typeface="Arial"/>
                <a:ea typeface="Arial"/>
                <a:cs typeface="Arial"/>
                <a:sym typeface="Arial"/>
                <a:hlinkClick r:id="rId3"/>
              </a:rPr>
              <a:t>Hypertext Transfer Protocol</a:t>
            </a:r>
            <a:r>
              <a:rPr lang="es-PE" b="0" i="0" u="none" strike="noStrike" cap="none">
                <a:solidFill>
                  <a:srgbClr val="202122"/>
                </a:solidFill>
                <a:latin typeface="Arial"/>
                <a:ea typeface="Arial"/>
                <a:cs typeface="Arial"/>
                <a:sym typeface="Arial"/>
              </a:rPr>
              <a:t> (HTTP).</a:t>
            </a:r>
            <a:endParaRPr/>
          </a:p>
          <a:p>
            <a:pPr marL="0" marR="0" lvl="0" indent="-114300" algn="l" rtl="0">
              <a:lnSpc>
                <a:spcPct val="100000"/>
              </a:lnSpc>
              <a:spcBef>
                <a:spcPts val="0"/>
              </a:spcBef>
              <a:spcAft>
                <a:spcPts val="0"/>
              </a:spcAft>
              <a:buClr>
                <a:srgbClr val="000000"/>
              </a:buClr>
              <a:buSzPts val="1800"/>
              <a:buFont typeface="Courier New"/>
              <a:buChar char="•"/>
            </a:pPr>
            <a:r>
              <a:rPr lang="es-PE" b="0" i="0" u="none" strike="noStrike" cap="none">
                <a:solidFill>
                  <a:srgbClr val="000000"/>
                </a:solidFill>
                <a:latin typeface="Courier New"/>
                <a:ea typeface="Courier New"/>
                <a:cs typeface="Courier New"/>
                <a:sym typeface="Courier New"/>
              </a:rPr>
              <a:t>https</a:t>
            </a:r>
            <a:r>
              <a:rPr lang="es-PE" b="0" i="0" u="none" strike="noStrike" cap="none">
                <a:solidFill>
                  <a:srgbClr val="202122"/>
                </a:solidFill>
                <a:latin typeface="Arial"/>
                <a:ea typeface="Arial"/>
                <a:cs typeface="Arial"/>
                <a:sym typeface="Arial"/>
              </a:rPr>
              <a:t> - HTTP sobre </a:t>
            </a:r>
            <a:r>
              <a:rPr lang="es-PE" b="0" i="1" u="sng" strike="noStrike" cap="none">
                <a:solidFill>
                  <a:schemeClr val="hlink"/>
                </a:solidFill>
                <a:latin typeface="Arial"/>
                <a:ea typeface="Arial"/>
                <a:cs typeface="Arial"/>
                <a:sym typeface="Arial"/>
                <a:hlinkClick r:id="rId4"/>
              </a:rPr>
              <a:t>Secure Sockets Layer</a:t>
            </a:r>
            <a:r>
              <a:rPr lang="es-PE" b="0" i="0" u="none" strike="noStrike" cap="none">
                <a:solidFill>
                  <a:srgbClr val="202122"/>
                </a:solidFill>
                <a:latin typeface="Arial"/>
                <a:ea typeface="Arial"/>
                <a:cs typeface="Arial"/>
                <a:sym typeface="Arial"/>
              </a:rPr>
              <a:t> (SSL).</a:t>
            </a:r>
            <a:endParaRPr/>
          </a:p>
          <a:p>
            <a:pPr marL="0" marR="0" lvl="0" indent="-114300" algn="l" rtl="0">
              <a:lnSpc>
                <a:spcPct val="100000"/>
              </a:lnSpc>
              <a:spcBef>
                <a:spcPts val="0"/>
              </a:spcBef>
              <a:spcAft>
                <a:spcPts val="0"/>
              </a:spcAft>
              <a:buClr>
                <a:srgbClr val="000000"/>
              </a:buClr>
              <a:buSzPts val="1800"/>
              <a:buFont typeface="Courier New"/>
              <a:buChar char="•"/>
            </a:pPr>
            <a:r>
              <a:rPr lang="es-PE" b="0" i="0" u="none" strike="noStrike" cap="none">
                <a:solidFill>
                  <a:srgbClr val="000000"/>
                </a:solidFill>
                <a:latin typeface="Courier New"/>
                <a:ea typeface="Courier New"/>
                <a:cs typeface="Courier New"/>
                <a:sym typeface="Courier New"/>
              </a:rPr>
              <a:t>ftp</a:t>
            </a:r>
            <a:r>
              <a:rPr lang="es-PE" b="0" i="0" u="none" strike="noStrike" cap="none">
                <a:solidFill>
                  <a:srgbClr val="202122"/>
                </a:solidFill>
                <a:latin typeface="Arial"/>
                <a:ea typeface="Arial"/>
                <a:cs typeface="Arial"/>
                <a:sym typeface="Arial"/>
              </a:rPr>
              <a:t> - </a:t>
            </a:r>
            <a:r>
              <a:rPr lang="es-PE" b="0" i="1" u="sng" strike="noStrike" cap="none">
                <a:solidFill>
                  <a:schemeClr val="hlink"/>
                </a:solidFill>
                <a:latin typeface="Arial"/>
                <a:ea typeface="Arial"/>
                <a:cs typeface="Arial"/>
                <a:sym typeface="Arial"/>
                <a:hlinkClick r:id="rId5"/>
              </a:rPr>
              <a:t>File Transfer Protocol</a:t>
            </a:r>
            <a:r>
              <a:rPr lang="es-PE" b="0" i="0" u="none" strike="noStrike" cap="none">
                <a:solidFill>
                  <a:srgbClr val="202122"/>
                </a:solidFill>
                <a:latin typeface="Arial"/>
                <a:ea typeface="Arial"/>
                <a:cs typeface="Arial"/>
                <a:sym typeface="Arial"/>
              </a:rPr>
              <a:t>.</a:t>
            </a:r>
            <a:endParaRPr/>
          </a:p>
          <a:p>
            <a:pPr marL="0" marR="0" lvl="0" indent="-114300" algn="l" rtl="0">
              <a:lnSpc>
                <a:spcPct val="100000"/>
              </a:lnSpc>
              <a:spcBef>
                <a:spcPts val="0"/>
              </a:spcBef>
              <a:spcAft>
                <a:spcPts val="0"/>
              </a:spcAft>
              <a:buClr>
                <a:srgbClr val="000000"/>
              </a:buClr>
              <a:buSzPts val="1800"/>
              <a:buFont typeface="Courier New"/>
              <a:buChar char="•"/>
            </a:pPr>
            <a:r>
              <a:rPr lang="es-PE" b="0" i="0" u="none" strike="noStrike" cap="none">
                <a:solidFill>
                  <a:srgbClr val="000000"/>
                </a:solidFill>
                <a:latin typeface="Courier New"/>
                <a:ea typeface="Courier New"/>
                <a:cs typeface="Courier New"/>
                <a:sym typeface="Courier New"/>
              </a:rPr>
              <a:t>mailto</a:t>
            </a:r>
            <a:r>
              <a:rPr lang="es-PE" b="0" i="0" u="none" strike="noStrike" cap="none">
                <a:solidFill>
                  <a:srgbClr val="202122"/>
                </a:solidFill>
                <a:latin typeface="Arial"/>
                <a:ea typeface="Arial"/>
                <a:cs typeface="Arial"/>
                <a:sym typeface="Arial"/>
              </a:rPr>
              <a:t> - direcciones de </a:t>
            </a:r>
            <a:r>
              <a:rPr lang="es-PE" b="0" i="0" u="sng" strike="noStrike" cap="none">
                <a:solidFill>
                  <a:schemeClr val="hlink"/>
                </a:solidFill>
                <a:latin typeface="Arial"/>
                <a:ea typeface="Arial"/>
                <a:cs typeface="Arial"/>
                <a:sym typeface="Arial"/>
                <a:hlinkClick r:id="rId6"/>
              </a:rPr>
              <a:t>correo electrónico</a:t>
            </a:r>
            <a:r>
              <a:rPr lang="es-PE" b="0" i="0" u="none" strike="noStrike" cap="none">
                <a:solidFill>
                  <a:srgbClr val="202122"/>
                </a:solidFill>
                <a:latin typeface="Arial"/>
                <a:ea typeface="Arial"/>
                <a:cs typeface="Arial"/>
                <a:sym typeface="Arial"/>
              </a:rPr>
              <a:t>.</a:t>
            </a:r>
            <a:endParaRPr/>
          </a:p>
          <a:p>
            <a:pPr marL="0" marR="0" lvl="0" indent="-114300" algn="l" rtl="0">
              <a:lnSpc>
                <a:spcPct val="100000"/>
              </a:lnSpc>
              <a:spcBef>
                <a:spcPts val="0"/>
              </a:spcBef>
              <a:spcAft>
                <a:spcPts val="0"/>
              </a:spcAft>
              <a:buClr>
                <a:srgbClr val="000000"/>
              </a:buClr>
              <a:buSzPts val="1800"/>
              <a:buFont typeface="Courier New"/>
              <a:buChar char="•"/>
            </a:pPr>
            <a:r>
              <a:rPr lang="es-PE" b="0" i="0" u="none" strike="noStrike" cap="none">
                <a:solidFill>
                  <a:srgbClr val="000000"/>
                </a:solidFill>
                <a:latin typeface="Courier New"/>
                <a:ea typeface="Courier New"/>
                <a:cs typeface="Courier New"/>
                <a:sym typeface="Courier New"/>
              </a:rPr>
              <a:t>ldap</a:t>
            </a:r>
            <a:r>
              <a:rPr lang="es-PE" b="0" i="0" u="none" strike="noStrike" cap="none">
                <a:solidFill>
                  <a:srgbClr val="202122"/>
                </a:solidFill>
                <a:latin typeface="Arial"/>
                <a:ea typeface="Arial"/>
                <a:cs typeface="Arial"/>
                <a:sym typeface="Arial"/>
              </a:rPr>
              <a:t> - búsquedas </a:t>
            </a:r>
            <a:r>
              <a:rPr lang="es-PE" b="0" i="1" u="sng" strike="noStrike" cap="none">
                <a:solidFill>
                  <a:schemeClr val="hlink"/>
                </a:solidFill>
                <a:latin typeface="Arial"/>
                <a:ea typeface="Arial"/>
                <a:cs typeface="Arial"/>
                <a:sym typeface="Arial"/>
                <a:hlinkClick r:id="rId7"/>
              </a:rPr>
              <a:t>Lightweight Directory Access Protocol</a:t>
            </a:r>
            <a:r>
              <a:rPr lang="es-PE" b="0" i="0" u="none" strike="noStrike" cap="none">
                <a:solidFill>
                  <a:srgbClr val="202122"/>
                </a:solidFill>
                <a:latin typeface="Arial"/>
                <a:ea typeface="Arial"/>
                <a:cs typeface="Arial"/>
                <a:sym typeface="Arial"/>
              </a:rPr>
              <a:t> (LDAP).</a:t>
            </a:r>
            <a:endParaRPr/>
          </a:p>
          <a:p>
            <a:pPr marL="0" marR="0" lvl="0" indent="-114300" algn="l" rtl="0">
              <a:lnSpc>
                <a:spcPct val="100000"/>
              </a:lnSpc>
              <a:spcBef>
                <a:spcPts val="0"/>
              </a:spcBef>
              <a:spcAft>
                <a:spcPts val="0"/>
              </a:spcAft>
              <a:buClr>
                <a:srgbClr val="000000"/>
              </a:buClr>
              <a:buSzPts val="1800"/>
              <a:buFont typeface="Courier New"/>
              <a:buChar char="•"/>
            </a:pPr>
            <a:r>
              <a:rPr lang="es-PE" b="0" i="0" u="none" strike="noStrike" cap="none">
                <a:solidFill>
                  <a:srgbClr val="000000"/>
                </a:solidFill>
                <a:latin typeface="Courier New"/>
                <a:ea typeface="Courier New"/>
                <a:cs typeface="Courier New"/>
                <a:sym typeface="Courier New"/>
              </a:rPr>
              <a:t>file</a:t>
            </a:r>
            <a:r>
              <a:rPr lang="es-PE" b="0" i="0" u="none" strike="noStrike" cap="none">
                <a:solidFill>
                  <a:srgbClr val="202122"/>
                </a:solidFill>
                <a:latin typeface="Arial"/>
                <a:ea typeface="Arial"/>
                <a:cs typeface="Arial"/>
                <a:sym typeface="Arial"/>
              </a:rPr>
              <a:t> - recursos disponibles en el sistema local o en una red local.</a:t>
            </a:r>
            <a:endParaRPr/>
          </a:p>
          <a:p>
            <a:pPr marL="0" marR="0" lvl="0" indent="-114300" algn="l" rtl="0">
              <a:lnSpc>
                <a:spcPct val="100000"/>
              </a:lnSpc>
              <a:spcBef>
                <a:spcPts val="0"/>
              </a:spcBef>
              <a:spcAft>
                <a:spcPts val="0"/>
              </a:spcAft>
              <a:buClr>
                <a:srgbClr val="000000"/>
              </a:buClr>
              <a:buSzPts val="1800"/>
              <a:buFont typeface="Courier New"/>
              <a:buChar char="•"/>
            </a:pPr>
            <a:r>
              <a:rPr lang="es-PE" b="0" i="0" u="none" strike="noStrike" cap="none">
                <a:solidFill>
                  <a:srgbClr val="000000"/>
                </a:solidFill>
                <a:latin typeface="Courier New"/>
                <a:ea typeface="Courier New"/>
                <a:cs typeface="Courier New"/>
                <a:sym typeface="Courier New"/>
              </a:rPr>
              <a:t>news</a:t>
            </a:r>
            <a:r>
              <a:rPr lang="es-PE" b="0" i="0" u="none" strike="noStrike" cap="none">
                <a:solidFill>
                  <a:srgbClr val="202122"/>
                </a:solidFill>
                <a:latin typeface="Arial"/>
                <a:ea typeface="Arial"/>
                <a:cs typeface="Arial"/>
                <a:sym typeface="Arial"/>
              </a:rPr>
              <a:t> - grupos de noticias </a:t>
            </a:r>
            <a:r>
              <a:rPr lang="es-PE" b="0" i="0" u="sng" strike="noStrike" cap="none">
                <a:solidFill>
                  <a:schemeClr val="hlink"/>
                </a:solidFill>
                <a:latin typeface="Arial"/>
                <a:ea typeface="Arial"/>
                <a:cs typeface="Arial"/>
                <a:sym typeface="Arial"/>
                <a:hlinkClick r:id="rId8"/>
              </a:rPr>
              <a:t>Usenet</a:t>
            </a:r>
            <a:r>
              <a:rPr lang="es-PE" b="0" i="0" u="none" strike="noStrike" cap="none">
                <a:solidFill>
                  <a:srgbClr val="202122"/>
                </a:solidFill>
                <a:latin typeface="Arial"/>
                <a:ea typeface="Arial"/>
                <a:cs typeface="Arial"/>
                <a:sym typeface="Arial"/>
              </a:rPr>
              <a:t> (</a:t>
            </a:r>
            <a:r>
              <a:rPr lang="es-PE" b="0" i="0" u="sng" strike="noStrike" cap="none">
                <a:solidFill>
                  <a:schemeClr val="hlink"/>
                </a:solidFill>
                <a:latin typeface="Arial"/>
                <a:ea typeface="Arial"/>
                <a:cs typeface="Arial"/>
                <a:sym typeface="Arial"/>
                <a:hlinkClick r:id="rId9"/>
              </a:rPr>
              <a:t>newsgroup</a:t>
            </a:r>
            <a:r>
              <a:rPr lang="es-PE" b="0" i="0" u="none" strike="noStrike" cap="none">
                <a:solidFill>
                  <a:srgbClr val="202122"/>
                </a:solidFill>
                <a:latin typeface="Arial"/>
                <a:ea typeface="Arial"/>
                <a:cs typeface="Arial"/>
                <a:sym typeface="Arial"/>
              </a:rPr>
              <a:t>).</a:t>
            </a:r>
            <a:endParaRPr/>
          </a:p>
          <a:p>
            <a:pPr marL="0" marR="0" lvl="0" indent="-114300" algn="l" rtl="0">
              <a:lnSpc>
                <a:spcPct val="100000"/>
              </a:lnSpc>
              <a:spcBef>
                <a:spcPts val="0"/>
              </a:spcBef>
              <a:spcAft>
                <a:spcPts val="0"/>
              </a:spcAft>
              <a:buClr>
                <a:srgbClr val="000000"/>
              </a:buClr>
              <a:buSzPts val="1800"/>
              <a:buFont typeface="Courier New"/>
              <a:buChar char="•"/>
            </a:pPr>
            <a:r>
              <a:rPr lang="es-PE" b="0" i="0" u="none" strike="noStrike" cap="none">
                <a:solidFill>
                  <a:srgbClr val="000000"/>
                </a:solidFill>
                <a:latin typeface="Courier New"/>
                <a:ea typeface="Courier New"/>
                <a:cs typeface="Courier New"/>
                <a:sym typeface="Courier New"/>
              </a:rPr>
              <a:t>gopher</a:t>
            </a:r>
            <a:r>
              <a:rPr lang="es-PE" b="0" i="0" u="none" strike="noStrike" cap="none">
                <a:solidFill>
                  <a:srgbClr val="202122"/>
                </a:solidFill>
                <a:latin typeface="Arial"/>
                <a:ea typeface="Arial"/>
                <a:cs typeface="Arial"/>
                <a:sym typeface="Arial"/>
              </a:rPr>
              <a:t> - el protocolo </a:t>
            </a:r>
            <a:r>
              <a:rPr lang="es-PE" b="0" i="0" u="sng" strike="noStrike" cap="none">
                <a:solidFill>
                  <a:schemeClr val="hlink"/>
                </a:solidFill>
                <a:latin typeface="Arial"/>
                <a:ea typeface="Arial"/>
                <a:cs typeface="Arial"/>
                <a:sym typeface="Arial"/>
                <a:hlinkClick r:id="rId10"/>
              </a:rPr>
              <a:t>Gopher</a:t>
            </a:r>
            <a:r>
              <a:rPr lang="es-PE" b="0" i="0" u="none" strike="noStrike" cap="none">
                <a:solidFill>
                  <a:srgbClr val="202122"/>
                </a:solidFill>
                <a:latin typeface="Arial"/>
                <a:ea typeface="Arial"/>
                <a:cs typeface="Arial"/>
                <a:sym typeface="Arial"/>
              </a:rPr>
              <a:t> (en desuso).</a:t>
            </a:r>
            <a:endParaRPr/>
          </a:p>
          <a:p>
            <a:pPr marL="0" marR="0" lvl="0" indent="-114300" algn="l" rtl="0">
              <a:lnSpc>
                <a:spcPct val="100000"/>
              </a:lnSpc>
              <a:spcBef>
                <a:spcPts val="0"/>
              </a:spcBef>
              <a:spcAft>
                <a:spcPts val="0"/>
              </a:spcAft>
              <a:buClr>
                <a:srgbClr val="000000"/>
              </a:buClr>
              <a:buSzPts val="1800"/>
              <a:buFont typeface="Courier New"/>
              <a:buChar char="•"/>
            </a:pPr>
            <a:r>
              <a:rPr lang="es-PE" b="0" i="0" u="none" strike="noStrike" cap="none">
                <a:solidFill>
                  <a:srgbClr val="000000"/>
                </a:solidFill>
                <a:latin typeface="Courier New"/>
                <a:ea typeface="Courier New"/>
                <a:cs typeface="Courier New"/>
                <a:sym typeface="Courier New"/>
              </a:rPr>
              <a:t>telnet</a:t>
            </a:r>
            <a:r>
              <a:rPr lang="es-PE" b="0" i="0" u="none" strike="noStrike" cap="none">
                <a:solidFill>
                  <a:srgbClr val="202122"/>
                </a:solidFill>
                <a:latin typeface="Arial"/>
                <a:ea typeface="Arial"/>
                <a:cs typeface="Arial"/>
                <a:sym typeface="Arial"/>
              </a:rPr>
              <a:t> - el protocolo </a:t>
            </a:r>
            <a:r>
              <a:rPr lang="es-PE" b="0" i="0" u="sng" strike="noStrike" cap="none">
                <a:solidFill>
                  <a:schemeClr val="hlink"/>
                </a:solidFill>
                <a:latin typeface="Arial"/>
                <a:ea typeface="Arial"/>
                <a:cs typeface="Arial"/>
                <a:sym typeface="Arial"/>
                <a:hlinkClick r:id="rId11"/>
              </a:rPr>
              <a:t>Telnet</a:t>
            </a:r>
            <a:r>
              <a:rPr lang="es-PE" b="0" i="0" u="none" strike="noStrike" cap="none">
                <a:solidFill>
                  <a:srgbClr val="202122"/>
                </a:solidFill>
                <a:latin typeface="Arial"/>
                <a:ea typeface="Arial"/>
                <a:cs typeface="Arial"/>
                <a:sym typeface="Arial"/>
              </a:rPr>
              <a:t>.</a:t>
            </a:r>
            <a:endParaRPr/>
          </a:p>
          <a:p>
            <a:pPr marL="0" marR="0" lvl="0" indent="-114300" algn="l" rtl="0">
              <a:lnSpc>
                <a:spcPct val="100000"/>
              </a:lnSpc>
              <a:spcBef>
                <a:spcPts val="0"/>
              </a:spcBef>
              <a:spcAft>
                <a:spcPts val="0"/>
              </a:spcAft>
              <a:buClr>
                <a:srgbClr val="000000"/>
              </a:buClr>
              <a:buSzPts val="1800"/>
              <a:buFont typeface="Courier New"/>
              <a:buChar char="•"/>
            </a:pPr>
            <a:r>
              <a:rPr lang="es-PE" b="0" i="0" u="none" strike="noStrike" cap="none">
                <a:solidFill>
                  <a:srgbClr val="000000"/>
                </a:solidFill>
                <a:latin typeface="Courier New"/>
                <a:ea typeface="Courier New"/>
                <a:cs typeface="Courier New"/>
                <a:sym typeface="Courier New"/>
              </a:rPr>
              <a:t>data</a:t>
            </a:r>
            <a:r>
              <a:rPr lang="es-PE" b="0" i="0" u="none" strike="noStrike" cap="none">
                <a:solidFill>
                  <a:srgbClr val="202122"/>
                </a:solidFill>
                <a:latin typeface="Arial"/>
                <a:ea typeface="Arial"/>
                <a:cs typeface="Arial"/>
                <a:sym typeface="Arial"/>
              </a:rPr>
              <a:t> - el esquema para insertar pequeños trozos de contenido </a:t>
            </a:r>
            <a:endParaRPr/>
          </a:p>
          <a:p>
            <a:pPr marL="0" marR="0" lvl="0" indent="0" algn="l" rtl="0">
              <a:lnSpc>
                <a:spcPct val="100000"/>
              </a:lnSpc>
              <a:spcBef>
                <a:spcPts val="0"/>
              </a:spcBef>
              <a:spcAft>
                <a:spcPts val="0"/>
              </a:spcAft>
              <a:buClr>
                <a:srgbClr val="202122"/>
              </a:buClr>
              <a:buSzPts val="1800"/>
              <a:buNone/>
            </a:pPr>
            <a:r>
              <a:rPr lang="es-PE">
                <a:solidFill>
                  <a:srgbClr val="202122"/>
                </a:solidFill>
                <a:latin typeface="Arial"/>
                <a:ea typeface="Arial"/>
                <a:cs typeface="Arial"/>
                <a:sym typeface="Arial"/>
              </a:rPr>
              <a:t>            </a:t>
            </a:r>
            <a:r>
              <a:rPr lang="es-PE" b="0" i="0" u="none" strike="noStrike" cap="none">
                <a:solidFill>
                  <a:srgbClr val="202122"/>
                </a:solidFill>
                <a:latin typeface="Arial"/>
                <a:ea typeface="Arial"/>
                <a:cs typeface="Arial"/>
                <a:sym typeface="Arial"/>
              </a:rPr>
              <a:t>en los documentos </a:t>
            </a:r>
            <a:r>
              <a:rPr lang="es-PE" b="0" i="0" u="sng" strike="noStrike" cap="none">
                <a:solidFill>
                  <a:schemeClr val="hlink"/>
                </a:solidFill>
                <a:latin typeface="Arial"/>
                <a:ea typeface="Arial"/>
                <a:cs typeface="Arial"/>
                <a:sym typeface="Arial"/>
                <a:hlinkClick r:id="rId12"/>
              </a:rPr>
              <a:t>esquema de URI de datos</a:t>
            </a:r>
            <a:r>
              <a:rPr lang="es-PE" b="0" i="0" u="none" strike="noStrike" cap="none">
                <a:solidFill>
                  <a:srgbClr val="202122"/>
                </a:solidFill>
                <a:latin typeface="Arial"/>
                <a:ea typeface="Arial"/>
                <a:cs typeface="Arial"/>
                <a:sym typeface="Arial"/>
              </a:rPr>
              <a:t> (</a:t>
            </a:r>
            <a:r>
              <a:rPr lang="es-PE" b="0" i="1" u="none" strike="noStrike" cap="none">
                <a:solidFill>
                  <a:srgbClr val="202122"/>
                </a:solidFill>
                <a:latin typeface="Arial"/>
                <a:ea typeface="Arial"/>
                <a:cs typeface="Arial"/>
                <a:sym typeface="Arial"/>
              </a:rPr>
              <a:t>Data: URL</a:t>
            </a:r>
            <a:r>
              <a:rPr lang="es-PE" b="0" i="0" u="none" strike="noStrike" cap="none">
                <a:solidFill>
                  <a:srgbClr val="202122"/>
                </a:solidFill>
                <a:latin typeface="Arial"/>
                <a:ea typeface="Arial"/>
                <a:cs typeface="Arial"/>
                <a:sym typeface="Arial"/>
              </a:rPr>
              <a:t>).</a:t>
            </a:r>
            <a:endParaRPr/>
          </a:p>
          <a:p>
            <a:pPr marL="0" marR="0" lvl="0" indent="0" algn="l" rtl="0">
              <a:lnSpc>
                <a:spcPct val="100000"/>
              </a:lnSpc>
              <a:spcBef>
                <a:spcPts val="0"/>
              </a:spcBef>
              <a:spcAft>
                <a:spcPts val="0"/>
              </a:spcAft>
              <a:buClr>
                <a:srgbClr val="3F3F3F"/>
              </a:buClr>
              <a:buSzPts val="1800"/>
              <a:buFont typeface="Trebuchet MS"/>
              <a:buNone/>
            </a:pP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34"/>
          <p:cNvSpPr txBox="1">
            <a:spLocks noGrp="1"/>
          </p:cNvSpPr>
          <p:nvPr>
            <p:ph type="title"/>
          </p:nvPr>
        </p:nvSpPr>
        <p:spPr>
          <a:xfrm>
            <a:off x="838200" y="394308"/>
            <a:ext cx="10515600" cy="132556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s-PE"/>
              <a:t>Servidor</a:t>
            </a:r>
            <a:endParaRPr/>
          </a:p>
        </p:txBody>
      </p:sp>
      <p:pic>
        <p:nvPicPr>
          <p:cNvPr id="235" name="Google Shape;235;p34" descr="https://www.aprenderaprogramar.com/images/stories/Divulgacion/DV004/DV00408A_2.png"/>
          <p:cNvPicPr preferRelativeResize="0">
            <a:picLocks noGrp="1"/>
          </p:cNvPicPr>
          <p:nvPr>
            <p:ph type="body" idx="1"/>
          </p:nvPr>
        </p:nvPicPr>
        <p:blipFill rotWithShape="1">
          <a:blip r:embed="rId3">
            <a:alphaModFix/>
          </a:blip>
          <a:srcRect/>
          <a:stretch/>
        </p:blipFill>
        <p:spPr>
          <a:xfrm>
            <a:off x="3112851" y="2122543"/>
            <a:ext cx="5544766" cy="4562762"/>
          </a:xfrm>
          <a:prstGeom prst="rect">
            <a:avLst/>
          </a:prstGeom>
          <a:noFill/>
          <a:ln>
            <a:noFill/>
          </a:ln>
        </p:spPr>
      </p:pic>
      <p:sp>
        <p:nvSpPr>
          <p:cNvPr id="236" name="Google Shape;236;p34"/>
          <p:cNvSpPr/>
          <p:nvPr/>
        </p:nvSpPr>
        <p:spPr>
          <a:xfrm>
            <a:off x="2493523" y="1330776"/>
            <a:ext cx="8625192" cy="92333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PE" sz="1800" b="0" i="0" u="none" strike="noStrike" cap="none">
                <a:solidFill>
                  <a:srgbClr val="41423D"/>
                </a:solidFill>
                <a:latin typeface="Tahoma"/>
                <a:ea typeface="Tahoma"/>
                <a:cs typeface="Tahoma"/>
                <a:sym typeface="Tahoma"/>
              </a:rPr>
              <a:t>Un servidor, como la misma palabra indica, es un ordenador o máquina informática que está al “servicio” de otras máquinas, ordenadores o personas llamadas clientes y que le suministran a estos, todo tipo de información</a:t>
            </a:r>
            <a:endParaRPr sz="1800">
              <a:solidFill>
                <a:schemeClr val="dk1"/>
              </a:solidFill>
              <a:latin typeface="Trebuchet MS"/>
              <a:ea typeface="Trebuchet MS"/>
              <a:cs typeface="Trebuchet MS"/>
              <a:sym typeface="Trebuchet M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5"/>
          <p:cNvSpPr txBox="1">
            <a:spLocks noGrp="1"/>
          </p:cNvSpPr>
          <p:nvPr>
            <p:ph type="title"/>
          </p:nvPr>
        </p:nvSpPr>
        <p:spPr>
          <a:xfrm>
            <a:off x="838200" y="365125"/>
            <a:ext cx="10515600" cy="792343"/>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chemeClr val="accent6"/>
              </a:buClr>
              <a:buSzPct val="100000"/>
              <a:buFont typeface="Trebuchet MS"/>
              <a:buNone/>
            </a:pPr>
            <a:r>
              <a:rPr lang="es-PE" sz="4800" b="1">
                <a:solidFill>
                  <a:schemeClr val="accent6"/>
                </a:solidFill>
              </a:rPr>
              <a:t>Servidor</a:t>
            </a:r>
            <a:endParaRPr b="1">
              <a:solidFill>
                <a:schemeClr val="accent6"/>
              </a:solidFill>
            </a:endParaRPr>
          </a:p>
        </p:txBody>
      </p:sp>
      <p:sp>
        <p:nvSpPr>
          <p:cNvPr id="242" name="Google Shape;242;p35"/>
          <p:cNvSpPr txBox="1">
            <a:spLocks noGrp="1"/>
          </p:cNvSpPr>
          <p:nvPr>
            <p:ph type="body" idx="1"/>
          </p:nvPr>
        </p:nvSpPr>
        <p:spPr>
          <a:xfrm>
            <a:off x="838200" y="1253331"/>
            <a:ext cx="10515600" cy="5124320"/>
          </a:xfrm>
          <a:prstGeom prst="rect">
            <a:avLst/>
          </a:prstGeom>
          <a:noFill/>
          <a:ln>
            <a:noFill/>
          </a:ln>
        </p:spPr>
        <p:txBody>
          <a:bodyPr spcFirstLastPara="1" wrap="square" lIns="91425" tIns="45700" rIns="91425" bIns="45700" anchor="t" anchorCtr="0">
            <a:normAutofit lnSpcReduction="10000"/>
          </a:bodyPr>
          <a:lstStyle/>
          <a:p>
            <a:pPr marL="0" lvl="0" indent="0" algn="l" rtl="0">
              <a:spcBef>
                <a:spcPts val="0"/>
              </a:spcBef>
              <a:spcAft>
                <a:spcPts val="0"/>
              </a:spcAft>
              <a:buSzPts val="2560"/>
              <a:buNone/>
            </a:pPr>
            <a:r>
              <a:rPr lang="es-PE" sz="3200" b="1">
                <a:solidFill>
                  <a:schemeClr val="accent6"/>
                </a:solidFill>
              </a:rPr>
              <a:t>Servidor</a:t>
            </a:r>
            <a:r>
              <a:rPr lang="es-PE" b="1">
                <a:solidFill>
                  <a:schemeClr val="accent6"/>
                </a:solidFill>
              </a:rPr>
              <a:t> </a:t>
            </a:r>
            <a:r>
              <a:rPr lang="es-PE"/>
              <a:t>es el nombre de la máquina destino</a:t>
            </a:r>
            <a:endParaRPr/>
          </a:p>
          <a:p>
            <a:pPr marL="0" lvl="0" indent="0" algn="l" rtl="0">
              <a:spcBef>
                <a:spcPts val="1000"/>
              </a:spcBef>
              <a:spcAft>
                <a:spcPts val="0"/>
              </a:spcAft>
              <a:buSzPts val="1440"/>
              <a:buNone/>
            </a:pPr>
            <a:r>
              <a:rPr lang="es-PE"/>
              <a:t>Este se compone de dos partes. </a:t>
            </a:r>
            <a:endParaRPr/>
          </a:p>
          <a:p>
            <a:pPr marL="0" lvl="0" indent="0" algn="l" rtl="0">
              <a:spcBef>
                <a:spcPts val="1000"/>
              </a:spcBef>
              <a:spcAft>
                <a:spcPts val="0"/>
              </a:spcAft>
              <a:buSzPts val="1440"/>
              <a:buNone/>
            </a:pPr>
            <a:r>
              <a:rPr lang="es-PE"/>
              <a:t>El nombre del servidor y el dominio. </a:t>
            </a:r>
            <a:endParaRPr/>
          </a:p>
          <a:p>
            <a:pPr marL="0" lvl="0" indent="0" algn="l" rtl="0">
              <a:spcBef>
                <a:spcPts val="1000"/>
              </a:spcBef>
              <a:spcAft>
                <a:spcPts val="0"/>
              </a:spcAft>
              <a:buSzPts val="1440"/>
              <a:buNone/>
            </a:pPr>
            <a:r>
              <a:rPr lang="es-PE"/>
              <a:t>Ejemplos de nombre de servidor serían: www.yahoo.com, www.google.com, ayudaenlaweb.blogspot.com, www.manualweb.net,…</a:t>
            </a:r>
            <a:endParaRPr/>
          </a:p>
          <a:p>
            <a:pPr marL="0" lvl="0" indent="0" algn="l" rtl="0">
              <a:spcBef>
                <a:spcPts val="1000"/>
              </a:spcBef>
              <a:spcAft>
                <a:spcPts val="0"/>
              </a:spcAft>
              <a:buSzPts val="1440"/>
              <a:buNone/>
            </a:pPr>
            <a:r>
              <a:rPr lang="es-PE" b="1" i="1"/>
              <a:t>Nombre del servidor</a:t>
            </a:r>
            <a:r>
              <a:rPr lang="es-PE"/>
              <a:t>, es el nombre que se le haya dado a la máquina. Suele ser representativo del sitio al que estamos accediendo. Por ejemplo, google, yahoo, flickr, youtube,…</a:t>
            </a:r>
            <a:endParaRPr/>
          </a:p>
          <a:p>
            <a:pPr marL="342900" lvl="0" indent="-342900" algn="l" rtl="0">
              <a:spcBef>
                <a:spcPts val="1000"/>
              </a:spcBef>
              <a:spcAft>
                <a:spcPts val="0"/>
              </a:spcAft>
              <a:buSzPts val="1440"/>
              <a:buChar char="►"/>
            </a:pPr>
            <a:r>
              <a:rPr lang="es-PE" b="1" i="1"/>
              <a:t>Dominio de nivel superior</a:t>
            </a:r>
            <a:r>
              <a:rPr lang="es-PE"/>
              <a:t>, serían las ultimas tres letras del nombre del servidor. Son muy reconocibles y las más normales son .com, .net y .org. Aunque hay muchas variantes, .tv, .mil,… incluso asociadas a zonas geográficas .es, .fr, .uk,…</a:t>
            </a:r>
            <a:endParaRPr/>
          </a:p>
          <a:p>
            <a:pPr marL="342900" lvl="0" indent="-342900" algn="l" rtl="0">
              <a:spcBef>
                <a:spcPts val="1000"/>
              </a:spcBef>
              <a:spcAft>
                <a:spcPts val="0"/>
              </a:spcAft>
              <a:buSzPts val="1440"/>
              <a:buChar char="►"/>
            </a:pPr>
            <a:r>
              <a:rPr lang="es-PE" b="1" i="1"/>
              <a:t>Subdominio</a:t>
            </a:r>
            <a:r>
              <a:rPr lang="es-PE"/>
              <a:t>, se usa cuando queremos que una misma máquina atienda a varios nombres. Se antepone delante del nombre de la máquina. </a:t>
            </a:r>
            <a:endParaRPr/>
          </a:p>
          <a:p>
            <a:pPr marL="342900" lvl="0" indent="-342900" algn="l" rtl="0">
              <a:spcBef>
                <a:spcPts val="1000"/>
              </a:spcBef>
              <a:spcAft>
                <a:spcPts val="0"/>
              </a:spcAft>
              <a:buSzPts val="1440"/>
              <a:buChar char="►"/>
            </a:pPr>
            <a:r>
              <a:rPr lang="es-PE"/>
              <a:t>Por ejemplo, nuestro nombre de servidor tiene subdominio, ayudaenlaweb. Siendo blogspot el nombre de la máquina y .com el dominio de nivel superior.Suele existir uno por defecto que es el www. Y hay otros que se suelen usar como «estándares» como el ftp,</a:t>
            </a:r>
            <a:endParaRPr/>
          </a:p>
          <a:p>
            <a:pPr marL="342900" lvl="0" indent="-251459" algn="l" rtl="0">
              <a:spcBef>
                <a:spcPts val="1000"/>
              </a:spcBef>
              <a:spcAft>
                <a:spcPts val="0"/>
              </a:spcAft>
              <a:buSzPts val="1440"/>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36"/>
          <p:cNvSpPr txBox="1">
            <a:spLocks noGrp="1"/>
          </p:cNvSpPr>
          <p:nvPr>
            <p:ph type="title"/>
          </p:nvPr>
        </p:nvSpPr>
        <p:spPr>
          <a:xfrm>
            <a:off x="838200" y="83024"/>
            <a:ext cx="10515600" cy="510364"/>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chemeClr val="accent1"/>
              </a:buClr>
              <a:buSzPct val="100000"/>
              <a:buFont typeface="Trebuchet MS"/>
              <a:buNone/>
            </a:pPr>
            <a:r>
              <a:rPr lang="es-PE"/>
              <a:t>Servidores</a:t>
            </a:r>
            <a:endParaRPr/>
          </a:p>
        </p:txBody>
      </p:sp>
      <p:graphicFrame>
        <p:nvGraphicFramePr>
          <p:cNvPr id="248" name="Google Shape;248;p36"/>
          <p:cNvGraphicFramePr/>
          <p:nvPr/>
        </p:nvGraphicFramePr>
        <p:xfrm>
          <a:off x="359923" y="739302"/>
          <a:ext cx="3000000" cy="3000000"/>
        </p:xfrm>
        <a:graphic>
          <a:graphicData uri="http://schemas.openxmlformats.org/drawingml/2006/table">
            <a:tbl>
              <a:tblPr firstRow="1" firstCol="1" bandRow="1">
                <a:noFill/>
                <a:tableStyleId>{AA9E3A58-F966-473C-AD10-942D5133C1C9}</a:tableStyleId>
              </a:tblPr>
              <a:tblGrid>
                <a:gridCol w="3282925">
                  <a:extLst>
                    <a:ext uri="{9D8B030D-6E8A-4147-A177-3AD203B41FA5}">
                      <a16:colId xmlns:a16="http://schemas.microsoft.com/office/drawing/2014/main" val="20000"/>
                    </a:ext>
                  </a:extLst>
                </a:gridCol>
                <a:gridCol w="7874700">
                  <a:extLst>
                    <a:ext uri="{9D8B030D-6E8A-4147-A177-3AD203B41FA5}">
                      <a16:colId xmlns:a16="http://schemas.microsoft.com/office/drawing/2014/main" val="20001"/>
                    </a:ext>
                  </a:extLst>
                </a:gridCol>
              </a:tblGrid>
              <a:tr h="341150">
                <a:tc>
                  <a:txBody>
                    <a:bodyPr/>
                    <a:lstStyle/>
                    <a:p>
                      <a:pPr marL="0" marR="0" lvl="0" indent="0" algn="ctr" rtl="0">
                        <a:lnSpc>
                          <a:spcPct val="111428"/>
                        </a:lnSpc>
                        <a:spcBef>
                          <a:spcPts val="0"/>
                        </a:spcBef>
                        <a:spcAft>
                          <a:spcPts val="0"/>
                        </a:spcAft>
                        <a:buNone/>
                      </a:pPr>
                      <a:r>
                        <a:rPr lang="es-PE" sz="1400"/>
                        <a:t>DENOMINACIÓN DEL SERVIDOR</a:t>
                      </a:r>
                      <a:endParaRPr sz="1400">
                        <a:latin typeface="Calibri"/>
                        <a:ea typeface="Calibri"/>
                        <a:cs typeface="Calibri"/>
                        <a:sym typeface="Calibri"/>
                      </a:endParaRPr>
                    </a:p>
                  </a:txBody>
                  <a:tcPr marL="39075" marR="39075" marT="39075" marB="39075" anchor="ctr"/>
                </a:tc>
                <a:tc>
                  <a:txBody>
                    <a:bodyPr/>
                    <a:lstStyle/>
                    <a:p>
                      <a:pPr marL="0" marR="0" lvl="0" indent="0" algn="ctr" rtl="0">
                        <a:lnSpc>
                          <a:spcPct val="111428"/>
                        </a:lnSpc>
                        <a:spcBef>
                          <a:spcPts val="0"/>
                        </a:spcBef>
                        <a:spcAft>
                          <a:spcPts val="0"/>
                        </a:spcAft>
                        <a:buNone/>
                      </a:pPr>
                      <a:r>
                        <a:rPr lang="es-PE" sz="1400"/>
                        <a:t>DESCRIPCIÓN</a:t>
                      </a:r>
                      <a:endParaRPr sz="1400">
                        <a:latin typeface="Calibri"/>
                        <a:ea typeface="Calibri"/>
                        <a:cs typeface="Calibri"/>
                        <a:sym typeface="Calibri"/>
                      </a:endParaRPr>
                    </a:p>
                  </a:txBody>
                  <a:tcPr marL="39075" marR="39075" marT="39075" marB="39075" anchor="ctr"/>
                </a:tc>
                <a:extLst>
                  <a:ext uri="{0D108BD9-81ED-4DB2-BD59-A6C34878D82A}">
                    <a16:rowId xmlns:a16="http://schemas.microsoft.com/office/drawing/2014/main" val="10000"/>
                  </a:ext>
                </a:extLst>
              </a:tr>
              <a:tr h="415675">
                <a:tc>
                  <a:txBody>
                    <a:bodyPr/>
                    <a:lstStyle/>
                    <a:p>
                      <a:pPr marL="0" marR="0" lvl="0" indent="0" algn="ctr" rtl="0">
                        <a:lnSpc>
                          <a:spcPct val="111428"/>
                        </a:lnSpc>
                        <a:spcBef>
                          <a:spcPts val="0"/>
                        </a:spcBef>
                        <a:spcAft>
                          <a:spcPts val="0"/>
                        </a:spcAft>
                        <a:buNone/>
                      </a:pPr>
                      <a:r>
                        <a:rPr lang="es-PE" sz="1400"/>
                        <a:t>Servidor de Correo</a:t>
                      </a:r>
                      <a:endParaRPr sz="1400">
                        <a:latin typeface="Calibri"/>
                        <a:ea typeface="Calibri"/>
                        <a:cs typeface="Calibri"/>
                        <a:sym typeface="Calibri"/>
                      </a:endParaRPr>
                    </a:p>
                  </a:txBody>
                  <a:tcPr marL="39075" marR="39075" marT="39075" marB="39075" anchor="ctr"/>
                </a:tc>
                <a:tc>
                  <a:txBody>
                    <a:bodyPr/>
                    <a:lstStyle/>
                    <a:p>
                      <a:pPr marL="0" marR="0" lvl="0" indent="0" algn="just" rtl="0">
                        <a:lnSpc>
                          <a:spcPct val="111428"/>
                        </a:lnSpc>
                        <a:spcBef>
                          <a:spcPts val="0"/>
                        </a:spcBef>
                        <a:spcAft>
                          <a:spcPts val="0"/>
                        </a:spcAft>
                        <a:buNone/>
                      </a:pPr>
                      <a:r>
                        <a:rPr lang="es-PE" sz="1400"/>
                        <a:t>Es el servidor que almacena, envía, recibe y realiza todas las operaciones relacionadas con el e-mail de sus clientes.</a:t>
                      </a:r>
                      <a:endParaRPr sz="1400">
                        <a:latin typeface="Calibri"/>
                        <a:ea typeface="Calibri"/>
                        <a:cs typeface="Calibri"/>
                        <a:sym typeface="Calibri"/>
                      </a:endParaRPr>
                    </a:p>
                  </a:txBody>
                  <a:tcPr marL="39075" marR="39075" marT="39075" marB="39075" anchor="ctr"/>
                </a:tc>
                <a:extLst>
                  <a:ext uri="{0D108BD9-81ED-4DB2-BD59-A6C34878D82A}">
                    <a16:rowId xmlns:a16="http://schemas.microsoft.com/office/drawing/2014/main" val="10001"/>
                  </a:ext>
                </a:extLst>
              </a:tr>
              <a:tr h="614050">
                <a:tc>
                  <a:txBody>
                    <a:bodyPr/>
                    <a:lstStyle/>
                    <a:p>
                      <a:pPr marL="0" marR="0" lvl="0" indent="0" algn="ctr" rtl="0">
                        <a:lnSpc>
                          <a:spcPct val="111428"/>
                        </a:lnSpc>
                        <a:spcBef>
                          <a:spcPts val="0"/>
                        </a:spcBef>
                        <a:spcAft>
                          <a:spcPts val="0"/>
                        </a:spcAft>
                        <a:buNone/>
                      </a:pPr>
                      <a:r>
                        <a:rPr lang="es-PE" sz="1400"/>
                        <a:t>Servidor Proxy</a:t>
                      </a:r>
                      <a:endParaRPr sz="1400">
                        <a:latin typeface="Calibri"/>
                        <a:ea typeface="Calibri"/>
                        <a:cs typeface="Calibri"/>
                        <a:sym typeface="Calibri"/>
                      </a:endParaRPr>
                    </a:p>
                  </a:txBody>
                  <a:tcPr marL="39075" marR="39075" marT="39075" marB="39075" anchor="ctr"/>
                </a:tc>
                <a:tc>
                  <a:txBody>
                    <a:bodyPr/>
                    <a:lstStyle/>
                    <a:p>
                      <a:pPr marL="0" marR="0" lvl="0" indent="0" algn="just" rtl="0">
                        <a:lnSpc>
                          <a:spcPct val="111428"/>
                        </a:lnSpc>
                        <a:spcBef>
                          <a:spcPts val="0"/>
                        </a:spcBef>
                        <a:spcAft>
                          <a:spcPts val="0"/>
                        </a:spcAft>
                        <a:buNone/>
                      </a:pPr>
                      <a:r>
                        <a:rPr lang="es-PE" sz="1400"/>
                        <a:t>Es el servidor que actúa de intermediario de forma que el servidor que recibe una petición no conoce quién es el cliente que verdaderamente está detrás de esa petición.</a:t>
                      </a:r>
                      <a:endParaRPr sz="1400">
                        <a:latin typeface="Calibri"/>
                        <a:ea typeface="Calibri"/>
                        <a:cs typeface="Calibri"/>
                        <a:sym typeface="Calibri"/>
                      </a:endParaRPr>
                    </a:p>
                  </a:txBody>
                  <a:tcPr marL="39075" marR="39075" marT="39075" marB="39075" anchor="ctr"/>
                </a:tc>
                <a:extLst>
                  <a:ext uri="{0D108BD9-81ED-4DB2-BD59-A6C34878D82A}">
                    <a16:rowId xmlns:a16="http://schemas.microsoft.com/office/drawing/2014/main" val="10002"/>
                  </a:ext>
                </a:extLst>
              </a:tr>
              <a:tr h="1055225">
                <a:tc>
                  <a:txBody>
                    <a:bodyPr/>
                    <a:lstStyle/>
                    <a:p>
                      <a:pPr marL="0" marR="0" lvl="0" indent="0" algn="ctr" rtl="0">
                        <a:lnSpc>
                          <a:spcPct val="111428"/>
                        </a:lnSpc>
                        <a:spcBef>
                          <a:spcPts val="0"/>
                        </a:spcBef>
                        <a:spcAft>
                          <a:spcPts val="0"/>
                        </a:spcAft>
                        <a:buNone/>
                      </a:pPr>
                      <a:r>
                        <a:rPr lang="es-PE" sz="1400"/>
                        <a:t>Servidor Web</a:t>
                      </a:r>
                      <a:endParaRPr sz="1400">
                        <a:latin typeface="Calibri"/>
                        <a:ea typeface="Calibri"/>
                        <a:cs typeface="Calibri"/>
                        <a:sym typeface="Calibri"/>
                      </a:endParaRPr>
                    </a:p>
                  </a:txBody>
                  <a:tcPr marL="39075" marR="39075" marT="39075" marB="39075" anchor="ctr"/>
                </a:tc>
                <a:tc>
                  <a:txBody>
                    <a:bodyPr/>
                    <a:lstStyle/>
                    <a:p>
                      <a:pPr marL="0" marR="0" lvl="0" indent="0" algn="just" rtl="0">
                        <a:lnSpc>
                          <a:spcPct val="111428"/>
                        </a:lnSpc>
                        <a:spcBef>
                          <a:spcPts val="0"/>
                        </a:spcBef>
                        <a:spcAft>
                          <a:spcPts val="0"/>
                        </a:spcAft>
                        <a:buNone/>
                      </a:pPr>
                      <a:r>
                        <a:rPr lang="es-PE" sz="1400"/>
                        <a:t>Almacena principalmente documentos HTML (son documentos a modo de archivos con un formato especial para la visualización de páginas web en los navegadores de los clientes), imágenes, videos, texto, presentaciones, y en general todo tipo de información. Además se encarga de enviar estas informaciones a los clientes.</a:t>
                      </a:r>
                      <a:endParaRPr sz="1400">
                        <a:latin typeface="Calibri"/>
                        <a:ea typeface="Calibri"/>
                        <a:cs typeface="Calibri"/>
                        <a:sym typeface="Calibri"/>
                      </a:endParaRPr>
                    </a:p>
                  </a:txBody>
                  <a:tcPr marL="39075" marR="39075" marT="39075" marB="39075" anchor="ctr"/>
                </a:tc>
                <a:extLst>
                  <a:ext uri="{0D108BD9-81ED-4DB2-BD59-A6C34878D82A}">
                    <a16:rowId xmlns:a16="http://schemas.microsoft.com/office/drawing/2014/main" val="10003"/>
                  </a:ext>
                </a:extLst>
              </a:tr>
              <a:tr h="895350">
                <a:tc>
                  <a:txBody>
                    <a:bodyPr/>
                    <a:lstStyle/>
                    <a:p>
                      <a:pPr marL="0" marR="0" lvl="0" indent="0" algn="ctr" rtl="0">
                        <a:lnSpc>
                          <a:spcPct val="111428"/>
                        </a:lnSpc>
                        <a:spcBef>
                          <a:spcPts val="0"/>
                        </a:spcBef>
                        <a:spcAft>
                          <a:spcPts val="0"/>
                        </a:spcAft>
                        <a:buNone/>
                      </a:pPr>
                      <a:r>
                        <a:rPr lang="es-PE" sz="1400"/>
                        <a:t>Servidor de Base de Datos</a:t>
                      </a:r>
                      <a:endParaRPr sz="1400">
                        <a:latin typeface="Calibri"/>
                        <a:ea typeface="Calibri"/>
                        <a:cs typeface="Calibri"/>
                        <a:sym typeface="Calibri"/>
                      </a:endParaRPr>
                    </a:p>
                  </a:txBody>
                  <a:tcPr marL="39075" marR="39075" marT="39075" marB="39075" anchor="ctr"/>
                </a:tc>
                <a:tc>
                  <a:txBody>
                    <a:bodyPr/>
                    <a:lstStyle/>
                    <a:p>
                      <a:pPr marL="0" marR="0" lvl="0" indent="0" algn="just" rtl="0">
                        <a:lnSpc>
                          <a:spcPct val="111428"/>
                        </a:lnSpc>
                        <a:spcBef>
                          <a:spcPts val="0"/>
                        </a:spcBef>
                        <a:spcAft>
                          <a:spcPts val="0"/>
                        </a:spcAft>
                        <a:buNone/>
                      </a:pPr>
                      <a:r>
                        <a:rPr lang="es-PE" sz="1400"/>
                        <a:t>Da servicios de almacenamiento y gestión de bases de datos a sus clientes. Una base de datos es un sistema que nos permite almacenar grandes cantidades de información. Por ejemplo, todos los datos de los clientes de un banco y sus movimientos en las cuentas.</a:t>
                      </a:r>
                      <a:endParaRPr sz="1400">
                        <a:latin typeface="Calibri"/>
                        <a:ea typeface="Calibri"/>
                        <a:cs typeface="Calibri"/>
                        <a:sym typeface="Calibri"/>
                      </a:endParaRPr>
                    </a:p>
                  </a:txBody>
                  <a:tcPr marL="39075" marR="39075" marT="39075" marB="39075" anchor="ctr"/>
                </a:tc>
                <a:extLst>
                  <a:ext uri="{0D108BD9-81ED-4DB2-BD59-A6C34878D82A}">
                    <a16:rowId xmlns:a16="http://schemas.microsoft.com/office/drawing/2014/main" val="10004"/>
                  </a:ext>
                </a:extLst>
              </a:tr>
              <a:tr h="735450">
                <a:tc>
                  <a:txBody>
                    <a:bodyPr/>
                    <a:lstStyle/>
                    <a:p>
                      <a:pPr marL="0" marR="0" lvl="0" indent="0" algn="ctr" rtl="0">
                        <a:lnSpc>
                          <a:spcPct val="111428"/>
                        </a:lnSpc>
                        <a:spcBef>
                          <a:spcPts val="0"/>
                        </a:spcBef>
                        <a:spcAft>
                          <a:spcPts val="0"/>
                        </a:spcAft>
                        <a:buNone/>
                      </a:pPr>
                      <a:r>
                        <a:rPr lang="es-PE" sz="1400"/>
                        <a:t>Servidores Clúster</a:t>
                      </a:r>
                      <a:endParaRPr sz="1400">
                        <a:latin typeface="Calibri"/>
                        <a:ea typeface="Calibri"/>
                        <a:cs typeface="Calibri"/>
                        <a:sym typeface="Calibri"/>
                      </a:endParaRPr>
                    </a:p>
                  </a:txBody>
                  <a:tcPr marL="39075" marR="39075" marT="39075" marB="39075" anchor="ctr"/>
                </a:tc>
                <a:tc>
                  <a:txBody>
                    <a:bodyPr/>
                    <a:lstStyle/>
                    <a:p>
                      <a:pPr marL="0" marR="0" lvl="0" indent="0" algn="just" rtl="0">
                        <a:lnSpc>
                          <a:spcPct val="111428"/>
                        </a:lnSpc>
                        <a:spcBef>
                          <a:spcPts val="0"/>
                        </a:spcBef>
                        <a:spcAft>
                          <a:spcPts val="0"/>
                        </a:spcAft>
                        <a:buNone/>
                      </a:pPr>
                      <a:r>
                        <a:rPr lang="es-PE" sz="1400"/>
                        <a:t>Son servidores especializados en el almacenamiento de la información teniendo grandes capacidades de almacenamiento y permitiendo evitar la pérdida de la información por problemas en otros servidores.</a:t>
                      </a:r>
                      <a:endParaRPr sz="1400">
                        <a:latin typeface="Calibri"/>
                        <a:ea typeface="Calibri"/>
                        <a:cs typeface="Calibri"/>
                        <a:sym typeface="Calibri"/>
                      </a:endParaRPr>
                    </a:p>
                  </a:txBody>
                  <a:tcPr marL="39075" marR="39075" marT="39075" marB="39075" anchor="ctr"/>
                </a:tc>
                <a:extLst>
                  <a:ext uri="{0D108BD9-81ED-4DB2-BD59-A6C34878D82A}">
                    <a16:rowId xmlns:a16="http://schemas.microsoft.com/office/drawing/2014/main" val="10005"/>
                  </a:ext>
                </a:extLst>
              </a:tr>
              <a:tr h="614050">
                <a:tc>
                  <a:txBody>
                    <a:bodyPr/>
                    <a:lstStyle/>
                    <a:p>
                      <a:pPr marL="0" marR="0" lvl="0" indent="0" algn="ctr" rtl="0">
                        <a:lnSpc>
                          <a:spcPct val="111428"/>
                        </a:lnSpc>
                        <a:spcBef>
                          <a:spcPts val="0"/>
                        </a:spcBef>
                        <a:spcAft>
                          <a:spcPts val="0"/>
                        </a:spcAft>
                        <a:buNone/>
                      </a:pPr>
                      <a:r>
                        <a:rPr lang="es-PE" sz="1400"/>
                        <a:t>Servidores Dedicados</a:t>
                      </a:r>
                      <a:endParaRPr sz="1400">
                        <a:latin typeface="Calibri"/>
                        <a:ea typeface="Calibri"/>
                        <a:cs typeface="Calibri"/>
                        <a:sym typeface="Calibri"/>
                      </a:endParaRPr>
                    </a:p>
                  </a:txBody>
                  <a:tcPr marL="39075" marR="39075" marT="39075" marB="39075" anchor="ctr"/>
                </a:tc>
                <a:tc>
                  <a:txBody>
                    <a:bodyPr/>
                    <a:lstStyle/>
                    <a:p>
                      <a:pPr marL="0" marR="0" lvl="0" indent="0" algn="just" rtl="0">
                        <a:lnSpc>
                          <a:spcPct val="111428"/>
                        </a:lnSpc>
                        <a:spcBef>
                          <a:spcPts val="0"/>
                        </a:spcBef>
                        <a:spcAft>
                          <a:spcPts val="0"/>
                        </a:spcAft>
                        <a:buNone/>
                      </a:pPr>
                      <a:r>
                        <a:rPr lang="es-PE" sz="1400"/>
                        <a:t> hay servidores compartidos si hay varias personas o empresas usando un mismo servidor, o dedicados que son exclusivos para una sola persona o empresa.</a:t>
                      </a:r>
                      <a:endParaRPr sz="1400">
                        <a:latin typeface="Calibri"/>
                        <a:ea typeface="Calibri"/>
                        <a:cs typeface="Calibri"/>
                        <a:sym typeface="Calibri"/>
                      </a:endParaRPr>
                    </a:p>
                  </a:txBody>
                  <a:tcPr marL="39075" marR="39075" marT="39075" marB="39075" anchor="ctr"/>
                </a:tc>
                <a:extLst>
                  <a:ext uri="{0D108BD9-81ED-4DB2-BD59-A6C34878D82A}">
                    <a16:rowId xmlns:a16="http://schemas.microsoft.com/office/drawing/2014/main" val="10006"/>
                  </a:ext>
                </a:extLst>
              </a:tr>
              <a:tr h="1175350">
                <a:tc>
                  <a:txBody>
                    <a:bodyPr/>
                    <a:lstStyle/>
                    <a:p>
                      <a:pPr marL="0" marR="0" lvl="0" indent="0" algn="ctr" rtl="0">
                        <a:lnSpc>
                          <a:spcPct val="111428"/>
                        </a:lnSpc>
                        <a:spcBef>
                          <a:spcPts val="0"/>
                        </a:spcBef>
                        <a:spcAft>
                          <a:spcPts val="0"/>
                        </a:spcAft>
                        <a:buNone/>
                      </a:pPr>
                      <a:r>
                        <a:rPr lang="es-PE" sz="1400"/>
                        <a:t>Servidores  de imágenes</a:t>
                      </a:r>
                      <a:endParaRPr sz="1400">
                        <a:latin typeface="Calibri"/>
                        <a:ea typeface="Calibri"/>
                        <a:cs typeface="Calibri"/>
                        <a:sym typeface="Calibri"/>
                      </a:endParaRPr>
                    </a:p>
                  </a:txBody>
                  <a:tcPr marL="39075" marR="39075" marT="39075" marB="39075" anchor="ctr"/>
                </a:tc>
                <a:tc>
                  <a:txBody>
                    <a:bodyPr/>
                    <a:lstStyle/>
                    <a:p>
                      <a:pPr marL="0" marR="0" lvl="0" indent="0" algn="just" rtl="0">
                        <a:lnSpc>
                          <a:spcPct val="107000"/>
                        </a:lnSpc>
                        <a:spcBef>
                          <a:spcPts val="0"/>
                        </a:spcBef>
                        <a:spcAft>
                          <a:spcPts val="0"/>
                        </a:spcAft>
                        <a:buNone/>
                      </a:pPr>
                      <a:r>
                        <a:rPr lang="es-PE" sz="1400"/>
                        <a:t>Recientemente también se han popularizado servidores especializados en imágenes, permitiendo alojar gran cantidad de imágenes sin consumir recursos de nuestro servidor web en almacenamiento o para almacenar fotografías personales, profesionales, etc. Algunos gratuitos pueden ser: </a:t>
                      </a:r>
                      <a:r>
                        <a:rPr lang="es-PE" sz="1400" u="sng" strike="noStrike">
                          <a:solidFill>
                            <a:schemeClr val="hlink"/>
                          </a:solidFill>
                          <a:hlinkClick r:id="rId3"/>
                        </a:rPr>
                        <a:t>www.imgur.com</a:t>
                      </a:r>
                      <a:r>
                        <a:rPr lang="es-PE" sz="1400"/>
                        <a:t>, </a:t>
                      </a:r>
                      <a:r>
                        <a:rPr lang="es-PE" sz="1400" u="sng" strike="noStrike">
                          <a:solidFill>
                            <a:schemeClr val="hlink"/>
                          </a:solidFill>
                          <a:hlinkClick r:id="rId4"/>
                        </a:rPr>
                        <a:t>www.photobucket.com</a:t>
                      </a:r>
                      <a:r>
                        <a:rPr lang="es-PE" sz="1400"/>
                        <a:t>, </a:t>
                      </a:r>
                      <a:r>
                        <a:rPr lang="es-PE" sz="1400" u="sng" strike="noStrike">
                          <a:solidFill>
                            <a:schemeClr val="hlink"/>
                          </a:solidFill>
                          <a:hlinkClick r:id="rId5"/>
                        </a:rPr>
                        <a:t>www.flickr.com</a:t>
                      </a:r>
                      <a:r>
                        <a:rPr lang="es-PE" sz="1400"/>
                        <a:t> de Yahoo, o </a:t>
                      </a:r>
                      <a:r>
                        <a:rPr lang="es-PE" sz="1400" u="sng" strike="noStrike">
                          <a:solidFill>
                            <a:schemeClr val="hlink"/>
                          </a:solidFill>
                          <a:hlinkClick r:id="rId6"/>
                        </a:rPr>
                        <a:t>picasaweb.google.com</a:t>
                      </a:r>
                      <a:r>
                        <a:rPr lang="es-PE" sz="1400"/>
                        <a:t> de Google.</a:t>
                      </a:r>
                      <a:endParaRPr sz="1400">
                        <a:latin typeface="Calibri"/>
                        <a:ea typeface="Calibri"/>
                        <a:cs typeface="Calibri"/>
                        <a:sym typeface="Calibri"/>
                      </a:endParaRPr>
                    </a:p>
                  </a:txBody>
                  <a:tcPr marL="39075" marR="39075" marT="39075" marB="39075" anchor="ctr"/>
                </a:tc>
                <a:extLst>
                  <a:ext uri="{0D108BD9-81ED-4DB2-BD59-A6C34878D82A}">
                    <a16:rowId xmlns:a16="http://schemas.microsoft.com/office/drawing/2014/main" val="10007"/>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37"/>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6"/>
              </a:buClr>
              <a:buSzPts val="3600"/>
              <a:buFont typeface="Trebuchet MS"/>
              <a:buNone/>
            </a:pPr>
            <a:r>
              <a:rPr lang="es-PE" b="1">
                <a:solidFill>
                  <a:schemeClr val="accent6"/>
                </a:solidFill>
              </a:rPr>
              <a:t>Puerto</a:t>
            </a:r>
            <a:endParaRPr>
              <a:solidFill>
                <a:schemeClr val="accent6"/>
              </a:solidFill>
            </a:endParaRPr>
          </a:p>
        </p:txBody>
      </p:sp>
      <p:sp>
        <p:nvSpPr>
          <p:cNvPr id="254" name="Google Shape;254;p37"/>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s-PE" b="1"/>
              <a:t>Puerto</a:t>
            </a:r>
            <a:r>
              <a:rPr lang="es-PE"/>
              <a:t>, es un número y corresponde a un punto específico de entrada a la máquina. Suele ir asociado al protocolo, es decir, al usar un protocolo, por defecto se le asigna un número de puerto. </a:t>
            </a:r>
            <a:endParaRPr/>
          </a:p>
          <a:p>
            <a:pPr marL="342900" lvl="0" indent="-342900" algn="l" rtl="0">
              <a:spcBef>
                <a:spcPts val="1000"/>
              </a:spcBef>
              <a:spcAft>
                <a:spcPts val="0"/>
              </a:spcAft>
              <a:buSzPts val="1440"/>
              <a:buChar char="►"/>
            </a:pPr>
            <a:r>
              <a:rPr lang="es-PE"/>
              <a:t>Así el protocolo http suele usar el puerto 80. </a:t>
            </a:r>
            <a:endParaRPr/>
          </a:p>
          <a:p>
            <a:pPr marL="342900" lvl="0" indent="-342900" algn="l" rtl="0">
              <a:spcBef>
                <a:spcPts val="1000"/>
              </a:spcBef>
              <a:spcAft>
                <a:spcPts val="0"/>
              </a:spcAft>
              <a:buSzPts val="1440"/>
              <a:buChar char="►"/>
            </a:pPr>
            <a:r>
              <a:rPr lang="es-PE"/>
              <a:t>Es por ello que no se especifica al poner la URL. Incluso, algunos navegadores, al ponerlo en la URL, lo ocultan. </a:t>
            </a:r>
            <a:endParaRPr/>
          </a:p>
          <a:p>
            <a:pPr marL="342900" lvl="0" indent="-342900" algn="l" rtl="0">
              <a:spcBef>
                <a:spcPts val="1000"/>
              </a:spcBef>
              <a:spcAft>
                <a:spcPts val="0"/>
              </a:spcAft>
              <a:buSzPts val="1440"/>
              <a:buChar char="►"/>
            </a:pPr>
            <a:r>
              <a:rPr lang="es-PE"/>
              <a:t>Otros puertos son el 21 para el ftp,…</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38"/>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7030A0"/>
              </a:buClr>
              <a:buSzPts val="3600"/>
              <a:buFont typeface="Trebuchet MS"/>
              <a:buNone/>
            </a:pPr>
            <a:r>
              <a:rPr lang="es-PE" b="1">
                <a:solidFill>
                  <a:srgbClr val="7030A0"/>
                </a:solidFill>
              </a:rPr>
              <a:t>Directorio</a:t>
            </a:r>
            <a:endParaRPr>
              <a:solidFill>
                <a:srgbClr val="7030A0"/>
              </a:solidFill>
            </a:endParaRPr>
          </a:p>
        </p:txBody>
      </p:sp>
      <p:sp>
        <p:nvSpPr>
          <p:cNvPr id="260" name="Google Shape;260;p38"/>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s-PE" b="1">
                <a:solidFill>
                  <a:srgbClr val="7030A0"/>
                </a:solidFill>
              </a:rPr>
              <a:t>Directorio</a:t>
            </a:r>
            <a:r>
              <a:rPr lang="es-PE"/>
              <a:t>, esto es igual que los directorios de los sistemas operativos.</a:t>
            </a:r>
            <a:endParaRPr/>
          </a:p>
          <a:p>
            <a:pPr marL="342900" lvl="0" indent="-342900" algn="l" rtl="0">
              <a:spcBef>
                <a:spcPts val="1000"/>
              </a:spcBef>
              <a:spcAft>
                <a:spcPts val="0"/>
              </a:spcAft>
              <a:buSzPts val="1440"/>
              <a:buChar char="►"/>
            </a:pPr>
            <a:r>
              <a:rPr lang="es-PE"/>
              <a:t> Es decir, las carpetas de Windows. </a:t>
            </a:r>
            <a:endParaRPr/>
          </a:p>
          <a:p>
            <a:pPr marL="342900" lvl="0" indent="-342900" algn="l" rtl="0">
              <a:spcBef>
                <a:spcPts val="1000"/>
              </a:spcBef>
              <a:spcAft>
                <a:spcPts val="0"/>
              </a:spcAft>
              <a:buSzPts val="1440"/>
              <a:buChar char="►"/>
            </a:pPr>
            <a:r>
              <a:rPr lang="es-PE"/>
              <a:t>Nos sirve para organizar las páginas que tenemos en el servidor y su estructura es jerárquica. Podemos anidar unos directorios en otros.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39"/>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rgbClr val="0070C0"/>
              </a:buClr>
              <a:buSzPct val="100000"/>
              <a:buFont typeface="Trebuchet MS"/>
              <a:buNone/>
            </a:pPr>
            <a:r>
              <a:rPr lang="es-PE" b="1">
                <a:solidFill>
                  <a:srgbClr val="0070C0"/>
                </a:solidFill>
              </a:rPr>
              <a:t>Página</a:t>
            </a:r>
            <a:r>
              <a:rPr lang="es-PE">
                <a:solidFill>
                  <a:srgbClr val="0070C0"/>
                </a:solidFill>
              </a:rPr>
              <a:t>, </a:t>
            </a:r>
            <a:r>
              <a:rPr lang="es-PE"/>
              <a:t>representa a la página web en concreto y es la que tiene el contenido en cuestión</a:t>
            </a:r>
            <a:endParaRPr/>
          </a:p>
        </p:txBody>
      </p:sp>
      <p:sp>
        <p:nvSpPr>
          <p:cNvPr id="266" name="Google Shape;266;p39"/>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fontScale="70000" lnSpcReduction="20000"/>
          </a:bodyPr>
          <a:lstStyle/>
          <a:p>
            <a:pPr marL="0" lvl="0" indent="0" algn="l" rtl="0">
              <a:spcBef>
                <a:spcPts val="0"/>
              </a:spcBef>
              <a:spcAft>
                <a:spcPts val="0"/>
              </a:spcAft>
              <a:buSzPct val="79999"/>
              <a:buNone/>
            </a:pPr>
            <a:r>
              <a:rPr lang="es-PE"/>
              <a:t>EJEMPLOS DE URLs</a:t>
            </a:r>
            <a:endParaRPr/>
          </a:p>
          <a:p>
            <a:pPr marL="342900" lvl="0" indent="-342900" algn="l" rtl="0">
              <a:spcBef>
                <a:spcPts val="1000"/>
              </a:spcBef>
              <a:spcAft>
                <a:spcPts val="0"/>
              </a:spcAft>
              <a:buSzPct val="79999"/>
              <a:buChar char="►"/>
            </a:pPr>
            <a:r>
              <a:rPr lang="es-PE"/>
              <a:t>Vamos a descifrar un par de URL:</a:t>
            </a:r>
            <a:endParaRPr/>
          </a:p>
          <a:p>
            <a:pPr marL="342900" lvl="0" indent="-342900" algn="l" rtl="0">
              <a:spcBef>
                <a:spcPts val="1000"/>
              </a:spcBef>
              <a:spcAft>
                <a:spcPts val="0"/>
              </a:spcAft>
              <a:buSzPct val="79999"/>
              <a:buChar char="►"/>
            </a:pPr>
            <a:r>
              <a:rPr lang="es-PE" b="1"/>
              <a:t>http://ayudaenlaweb.blogspot.com:80/2007/09/partes-de-un-email.html</a:t>
            </a:r>
            <a:br>
              <a:rPr lang="es-PE"/>
            </a:br>
            <a:r>
              <a:rPr lang="es-PE" i="1"/>
              <a:t>Protocolo: </a:t>
            </a:r>
            <a:r>
              <a:rPr lang="es-PE"/>
              <a:t>http</a:t>
            </a:r>
            <a:br>
              <a:rPr lang="es-PE"/>
            </a:br>
            <a:r>
              <a:rPr lang="es-PE" i="1"/>
              <a:t>Servidor:</a:t>
            </a:r>
            <a:r>
              <a:rPr lang="es-PE"/>
              <a:t> ayudaenlaweb.blogspot.com</a:t>
            </a:r>
            <a:br>
              <a:rPr lang="es-PE"/>
            </a:br>
            <a:r>
              <a:rPr lang="es-PE" i="1"/>
              <a:t>Nombre del servidor:</a:t>
            </a:r>
            <a:r>
              <a:rPr lang="es-PE"/>
              <a:t> blogspot</a:t>
            </a:r>
            <a:br>
              <a:rPr lang="es-PE"/>
            </a:br>
            <a:r>
              <a:rPr lang="es-PE" i="1"/>
              <a:t>Dominio de nivel superior:</a:t>
            </a:r>
            <a:r>
              <a:rPr lang="es-PE"/>
              <a:t> .com</a:t>
            </a:r>
            <a:br>
              <a:rPr lang="es-PE"/>
            </a:br>
            <a:r>
              <a:rPr lang="es-PE" i="1"/>
              <a:t>Subdominio: </a:t>
            </a:r>
            <a:r>
              <a:rPr lang="es-PE"/>
              <a:t>ayudaenlaweb</a:t>
            </a:r>
            <a:br>
              <a:rPr lang="es-PE"/>
            </a:br>
            <a:r>
              <a:rPr lang="es-PE" i="1"/>
              <a:t>Puerto:</a:t>
            </a:r>
            <a:r>
              <a:rPr lang="es-PE"/>
              <a:t> 80</a:t>
            </a:r>
            <a:br>
              <a:rPr lang="es-PE"/>
            </a:br>
            <a:r>
              <a:rPr lang="es-PE" i="1"/>
              <a:t>Directorio:</a:t>
            </a:r>
            <a:r>
              <a:rPr lang="es-PE"/>
              <a:t> /2007/09/</a:t>
            </a:r>
            <a:br>
              <a:rPr lang="es-PE"/>
            </a:br>
            <a:r>
              <a:rPr lang="es-PE" i="1"/>
              <a:t>Página:</a:t>
            </a:r>
            <a:r>
              <a:rPr lang="es-PE"/>
              <a:t> /partes-de-un-email.html</a:t>
            </a:r>
            <a:endParaRPr/>
          </a:p>
          <a:p>
            <a:pPr marL="342900" lvl="0" indent="-342900" algn="l" rtl="0">
              <a:spcBef>
                <a:spcPts val="1000"/>
              </a:spcBef>
              <a:spcAft>
                <a:spcPts val="0"/>
              </a:spcAft>
              <a:buSzPct val="79999"/>
              <a:buChar char="►"/>
            </a:pPr>
            <a:r>
              <a:rPr lang="es-PE" b="1"/>
              <a:t>ftp://ftp.servidorpruebas.org/ficheros/imagenes/</a:t>
            </a:r>
            <a:br>
              <a:rPr lang="es-PE"/>
            </a:br>
            <a:r>
              <a:rPr lang="es-PE" i="1"/>
              <a:t>Protocolo: </a:t>
            </a:r>
            <a:r>
              <a:rPr lang="es-PE"/>
              <a:t>ftp</a:t>
            </a:r>
            <a:br>
              <a:rPr lang="es-PE"/>
            </a:br>
            <a:r>
              <a:rPr lang="es-PE" i="1"/>
              <a:t>Servidor:</a:t>
            </a:r>
            <a:r>
              <a:rPr lang="es-PE"/>
              <a:t> ftp.servidorpruebas.org</a:t>
            </a:r>
            <a:br>
              <a:rPr lang="es-PE"/>
            </a:br>
            <a:r>
              <a:rPr lang="es-PE" i="1"/>
              <a:t>Nombre del servidor:</a:t>
            </a:r>
            <a:r>
              <a:rPr lang="es-PE"/>
              <a:t> servidorpruebas</a:t>
            </a:r>
            <a:br>
              <a:rPr lang="es-PE"/>
            </a:br>
            <a:r>
              <a:rPr lang="es-PE" i="1"/>
              <a:t>Dominio de nivel superior:</a:t>
            </a:r>
            <a:r>
              <a:rPr lang="es-PE"/>
              <a:t> .org</a:t>
            </a:r>
            <a:br>
              <a:rPr lang="es-PE"/>
            </a:br>
            <a:r>
              <a:rPr lang="es-PE" i="1"/>
              <a:t>Subdominio:</a:t>
            </a:r>
            <a:r>
              <a:rPr lang="es-PE"/>
              <a:t> ftp</a:t>
            </a:r>
            <a:br>
              <a:rPr lang="es-PE"/>
            </a:br>
            <a:r>
              <a:rPr lang="es-PE" i="1"/>
              <a:t>Puerto:</a:t>
            </a:r>
            <a:r>
              <a:rPr lang="es-PE"/>
              <a:t> No aplica</a:t>
            </a:r>
            <a:br>
              <a:rPr lang="es-PE"/>
            </a:br>
            <a:r>
              <a:rPr lang="es-PE" i="1"/>
              <a:t>Directorio:</a:t>
            </a:r>
            <a:r>
              <a:rPr lang="es-PE"/>
              <a:t> /ficheros/imagenes/</a:t>
            </a:r>
            <a:br>
              <a:rPr lang="es-PE"/>
            </a:br>
            <a:r>
              <a:rPr lang="es-PE" i="1"/>
              <a:t>Página:</a:t>
            </a:r>
            <a:r>
              <a:rPr lang="es-PE"/>
              <a:t> No Aplica</a:t>
            </a:r>
            <a:endParaRPr/>
          </a:p>
          <a:p>
            <a:pPr marL="342900" lvl="0" indent="-278892" algn="l" rtl="0">
              <a:spcBef>
                <a:spcPts val="1000"/>
              </a:spcBef>
              <a:spcAft>
                <a:spcPts val="0"/>
              </a:spcAft>
              <a:buSzPct val="79999"/>
              <a:buNone/>
            </a:pP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40"/>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s-PE"/>
              <a:t>Tarea : descifrar los siguientes urls</a:t>
            </a:r>
            <a:endParaRPr/>
          </a:p>
        </p:txBody>
      </p:sp>
      <p:sp>
        <p:nvSpPr>
          <p:cNvPr id="272" name="Google Shape;272;p40"/>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s-PE" u="sng">
                <a:solidFill>
                  <a:schemeClr val="hlink"/>
                </a:solidFill>
                <a:hlinkClick r:id="rId3"/>
              </a:rPr>
              <a:t>http://www.iestpgildaballivian.edu.pe/</a:t>
            </a:r>
            <a:endParaRPr/>
          </a:p>
          <a:p>
            <a:pPr marL="342900" lvl="0" indent="-342900" algn="l" rtl="0">
              <a:spcBef>
                <a:spcPts val="1000"/>
              </a:spcBef>
              <a:spcAft>
                <a:spcPts val="0"/>
              </a:spcAft>
              <a:buSzPts val="1440"/>
              <a:buChar char="►"/>
            </a:pPr>
            <a:r>
              <a:rPr lang="es-PE" u="sng">
                <a:solidFill>
                  <a:schemeClr val="hlink"/>
                </a:solidFill>
                <a:hlinkClick r:id="rId4"/>
              </a:rPr>
              <a:t>https://graffica.info/libros-gratis-programacion-diseno-web/</a:t>
            </a:r>
            <a:endParaRPr/>
          </a:p>
          <a:p>
            <a:pPr marL="342900" lvl="0" indent="-342900" algn="l" rtl="0">
              <a:spcBef>
                <a:spcPts val="1000"/>
              </a:spcBef>
              <a:spcAft>
                <a:spcPts val="0"/>
              </a:spcAft>
              <a:buSzPts val="1440"/>
              <a:buChar char="►"/>
            </a:pPr>
            <a:r>
              <a:rPr lang="es-PE" u="sng">
                <a:solidFill>
                  <a:schemeClr val="hlink"/>
                </a:solidFill>
                <a:hlinkClick r:id="rId5"/>
              </a:rPr>
              <a:t>http://www.minsa.gob.pe/transparencia/Archivos/Lista_Direcciones_MINSA_Desconcentrados.pdf</a:t>
            </a:r>
            <a:endParaRPr/>
          </a:p>
          <a:p>
            <a:pPr marL="342900" lvl="0" indent="-342900" algn="l" rtl="0">
              <a:spcBef>
                <a:spcPts val="1000"/>
              </a:spcBef>
              <a:spcAft>
                <a:spcPts val="0"/>
              </a:spcAft>
              <a:buSzPts val="1440"/>
              <a:buChar char="►"/>
            </a:pPr>
            <a:r>
              <a:rPr lang="es-PE"/>
              <a:t>https://www.youtube.com/watch?v=izepX_FUWpQ</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pic>
        <p:nvPicPr>
          <p:cNvPr id="277" name="Google Shape;277;p41" descr="F-B2.jpg"/>
          <p:cNvPicPr preferRelativeResize="0">
            <a:picLocks noGrp="1"/>
          </p:cNvPicPr>
          <p:nvPr>
            <p:ph type="body" idx="1"/>
          </p:nvPr>
        </p:nvPicPr>
        <p:blipFill rotWithShape="1">
          <a:blip r:embed="rId3">
            <a:alphaModFix/>
          </a:blip>
          <a:srcRect/>
          <a:stretch/>
        </p:blipFill>
        <p:spPr>
          <a:xfrm>
            <a:off x="1777826" y="979714"/>
            <a:ext cx="7427448" cy="5197249"/>
          </a:xfrm>
          <a:prstGeom prst="rect">
            <a:avLst/>
          </a:prstGeom>
          <a:noFill/>
          <a:ln>
            <a:noFill/>
          </a:ln>
        </p:spPr>
      </p:pic>
      <p:sp>
        <p:nvSpPr>
          <p:cNvPr id="278" name="Google Shape;278;p41"/>
          <p:cNvSpPr txBox="1"/>
          <p:nvPr/>
        </p:nvSpPr>
        <p:spPr>
          <a:xfrm>
            <a:off x="2006082" y="389166"/>
            <a:ext cx="704461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1800">
                <a:solidFill>
                  <a:schemeClr val="dk1"/>
                </a:solidFill>
                <a:latin typeface="Trebuchet MS"/>
                <a:ea typeface="Trebuchet MS"/>
                <a:cs typeface="Trebuchet MS"/>
                <a:sym typeface="Trebuchet MS"/>
              </a:rPr>
              <a:t>PROGRAMACION WEB</a:t>
            </a:r>
            <a:endParaRPr sz="1800">
              <a:solidFill>
                <a:schemeClr val="dk1"/>
              </a:solidFill>
              <a:latin typeface="Trebuchet MS"/>
              <a:ea typeface="Trebuchet MS"/>
              <a:cs typeface="Trebuchet MS"/>
              <a:sym typeface="Trebuchet M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42"/>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s-PE"/>
              <a:t>Programación Web</a:t>
            </a:r>
            <a:endParaRPr/>
          </a:p>
        </p:txBody>
      </p:sp>
      <p:sp>
        <p:nvSpPr>
          <p:cNvPr id="284" name="Google Shape;284;p42"/>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s-PE" b="1"/>
              <a:t>Definición de desarrollo web</a:t>
            </a:r>
            <a:endParaRPr/>
          </a:p>
          <a:p>
            <a:pPr marL="0" lvl="0" indent="0" algn="l" rtl="0">
              <a:spcBef>
                <a:spcPts val="1000"/>
              </a:spcBef>
              <a:spcAft>
                <a:spcPts val="0"/>
              </a:spcAft>
              <a:buSzPts val="1440"/>
              <a:buNone/>
            </a:pPr>
            <a:r>
              <a:rPr lang="es-PE"/>
              <a:t>    El desarrollo web es un término que define la creación de sitios web para Internet o una intranet.</a:t>
            </a:r>
            <a:endParaRPr/>
          </a:p>
          <a:p>
            <a:pPr marL="0" lvl="0" indent="0" algn="l" rtl="0">
              <a:spcBef>
                <a:spcPts val="1000"/>
              </a:spcBef>
              <a:spcAft>
                <a:spcPts val="0"/>
              </a:spcAft>
              <a:buSzPts val="1440"/>
              <a:buNone/>
            </a:pPr>
            <a:r>
              <a:rPr lang="es-PE"/>
              <a:t>La tecnología de software se usa en el lado del servidor y del lado del cliente, lo que implica una combinación de procesos de base de datos utilizando un navegador para realizar ciertas tareas o mostrar información.</a:t>
            </a:r>
            <a:endParaRPr/>
          </a:p>
          <a:p>
            <a:pPr marL="0" lvl="0" indent="0" algn="l" rtl="0">
              <a:spcBef>
                <a:spcPts val="1000"/>
              </a:spcBef>
              <a:spcAft>
                <a:spcPts val="0"/>
              </a:spcAft>
              <a:buSzPts val="1440"/>
              <a:buNone/>
            </a:pPr>
            <a:r>
              <a:rPr lang="es-PE"/>
              <a:t>Desarrollo de Internet se fundamentó en la posibilidad de enlazar a través de hipervículos diferentes páginas web lo que generó la enorme interconexión que es hoy Internet. Esta base que inició esta red, fué desarrollada y generó el lenguaje ícono de las páginas web que es HTML.</a:t>
            </a:r>
            <a:endParaRPr/>
          </a:p>
          <a:p>
            <a:pPr marL="342900" lvl="0" indent="-251459" algn="l" rtl="0">
              <a:spcBef>
                <a:spcPts val="1000"/>
              </a:spcBef>
              <a:spcAft>
                <a:spcPts val="0"/>
              </a:spcAft>
              <a:buSzPts val="1440"/>
              <a:buNone/>
            </a:pP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43"/>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s-PE"/>
              <a:t>Programacion front end-back end</a:t>
            </a:r>
            <a:endParaRPr/>
          </a:p>
        </p:txBody>
      </p:sp>
      <p:sp>
        <p:nvSpPr>
          <p:cNvPr id="290" name="Google Shape;290;p43"/>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fontScale="70000" lnSpcReduction="20000"/>
          </a:bodyPr>
          <a:lstStyle/>
          <a:p>
            <a:pPr marL="342900" lvl="0" indent="-342900" algn="l" rtl="0">
              <a:spcBef>
                <a:spcPts val="0"/>
              </a:spcBef>
              <a:spcAft>
                <a:spcPts val="0"/>
              </a:spcAft>
              <a:buSzPct val="79999"/>
              <a:buChar char="►"/>
            </a:pPr>
            <a:r>
              <a:rPr lang="es-PE" b="1"/>
              <a:t>¿Qué es Frontend?</a:t>
            </a:r>
            <a:endParaRPr/>
          </a:p>
          <a:p>
            <a:pPr marL="342900" lvl="0" indent="-342900" algn="l" rtl="0">
              <a:spcBef>
                <a:spcPts val="1000"/>
              </a:spcBef>
              <a:spcAft>
                <a:spcPts val="0"/>
              </a:spcAft>
              <a:buSzPct val="79999"/>
              <a:buChar char="►"/>
            </a:pPr>
            <a:r>
              <a:rPr lang="es-PE"/>
              <a:t>Frontend es la parte de un programa o dispositivo a la que un usuario puede acceder directamente. Son todas las tecnologías de diseño y desarrollo web que corren en el navegador y que se encargan de la interactividad con los usuarios.</a:t>
            </a:r>
            <a:endParaRPr/>
          </a:p>
          <a:p>
            <a:pPr marL="342900" lvl="0" indent="-342900" algn="l" rtl="0">
              <a:spcBef>
                <a:spcPts val="1000"/>
              </a:spcBef>
              <a:spcAft>
                <a:spcPts val="0"/>
              </a:spcAft>
              <a:buSzPct val="79999"/>
              <a:buChar char="►"/>
            </a:pPr>
            <a:r>
              <a:rPr lang="es-PE"/>
              <a:t>Un programador Frontend debe saber de códigos [HTML, CSS y JavaScript](</a:t>
            </a:r>
            <a:r>
              <a:rPr lang="es-PE" u="sng">
                <a:solidFill>
                  <a:schemeClr val="hlink"/>
                </a:solidFill>
                <a:hlinkClick r:id="rId3"/>
              </a:rPr>
              <a:t>HTML, CSS y JavaScript</a:t>
            </a:r>
            <a:r>
              <a:rPr lang="es-PE"/>
              <a:t>) para poder usar algunos frameworks o librerías que expanden sus capacidades para crear cualquier tipo de interfaces de usuarios. </a:t>
            </a:r>
            <a:r>
              <a:rPr lang="es-PE" u="sng">
                <a:solidFill>
                  <a:schemeClr val="hlink"/>
                </a:solidFill>
                <a:hlinkClick r:id="rId4"/>
              </a:rPr>
              <a:t>React</a:t>
            </a:r>
            <a:r>
              <a:rPr lang="es-PE"/>
              <a:t>, </a:t>
            </a:r>
            <a:r>
              <a:rPr lang="es-PE" u="sng">
                <a:solidFill>
                  <a:schemeClr val="hlink"/>
                </a:solidFill>
                <a:hlinkClick r:id="rId5"/>
              </a:rPr>
              <a:t>Redux</a:t>
            </a:r>
            <a:r>
              <a:rPr lang="es-PE"/>
              <a:t>, </a:t>
            </a:r>
            <a:r>
              <a:rPr lang="es-PE" u="sng">
                <a:solidFill>
                  <a:schemeClr val="hlink"/>
                </a:solidFill>
                <a:hlinkClick r:id="rId6"/>
              </a:rPr>
              <a:t>Angular</a:t>
            </a:r>
            <a:r>
              <a:rPr lang="es-PE"/>
              <a:t>, </a:t>
            </a:r>
            <a:r>
              <a:rPr lang="es-PE" u="sng">
                <a:solidFill>
                  <a:schemeClr val="hlink"/>
                </a:solidFill>
                <a:hlinkClick r:id="rId7"/>
              </a:rPr>
              <a:t>Bootstrap, Foundation</a:t>
            </a:r>
            <a:r>
              <a:rPr lang="es-PE"/>
              <a:t>, </a:t>
            </a:r>
            <a:r>
              <a:rPr lang="es-PE" u="sng">
                <a:solidFill>
                  <a:schemeClr val="hlink"/>
                </a:solidFill>
                <a:hlinkClick r:id="rId8"/>
              </a:rPr>
              <a:t>LESS</a:t>
            </a:r>
            <a:r>
              <a:rPr lang="es-PE"/>
              <a:t>, </a:t>
            </a:r>
            <a:r>
              <a:rPr lang="es-PE" u="sng">
                <a:solidFill>
                  <a:schemeClr val="hlink"/>
                </a:solidFill>
                <a:hlinkClick r:id="rId9"/>
              </a:rPr>
              <a:t>Sass</a:t>
            </a:r>
            <a:r>
              <a:rPr lang="es-PE"/>
              <a:t>, </a:t>
            </a:r>
            <a:r>
              <a:rPr lang="es-PE" u="sng">
                <a:solidFill>
                  <a:schemeClr val="hlink"/>
                </a:solidFill>
                <a:hlinkClick r:id="rId10"/>
              </a:rPr>
              <a:t>Stylus</a:t>
            </a:r>
            <a:r>
              <a:rPr lang="es-PE"/>
              <a:t> y </a:t>
            </a:r>
            <a:r>
              <a:rPr lang="es-PE" u="sng">
                <a:solidFill>
                  <a:schemeClr val="hlink"/>
                </a:solidFill>
                <a:hlinkClick r:id="rId11"/>
              </a:rPr>
              <a:t>PostCSS</a:t>
            </a:r>
            <a:r>
              <a:rPr lang="es-PE"/>
              <a:t> son algunos de ellos.</a:t>
            </a:r>
            <a:endParaRPr/>
          </a:p>
          <a:p>
            <a:pPr marL="0" lvl="0" indent="0" algn="l" rtl="0">
              <a:spcBef>
                <a:spcPts val="1000"/>
              </a:spcBef>
              <a:spcAft>
                <a:spcPts val="0"/>
              </a:spcAft>
              <a:buSzPct val="79999"/>
              <a:buNone/>
            </a:pPr>
            <a:endParaRPr b="1"/>
          </a:p>
          <a:p>
            <a:pPr marL="342900" lvl="0" indent="-342900" algn="l" rtl="0">
              <a:spcBef>
                <a:spcPts val="1000"/>
              </a:spcBef>
              <a:spcAft>
                <a:spcPts val="0"/>
              </a:spcAft>
              <a:buSzPct val="79999"/>
              <a:buChar char="►"/>
            </a:pPr>
            <a:r>
              <a:rPr lang="es-PE" b="1"/>
              <a:t>¿Qué es Backend?</a:t>
            </a:r>
            <a:endParaRPr/>
          </a:p>
          <a:p>
            <a:pPr marL="342900" lvl="0" indent="-342900" algn="l" rtl="0">
              <a:spcBef>
                <a:spcPts val="1000"/>
              </a:spcBef>
              <a:spcAft>
                <a:spcPts val="0"/>
              </a:spcAft>
              <a:buSzPct val="79999"/>
              <a:buChar char="►"/>
            </a:pPr>
            <a:r>
              <a:rPr lang="es-PE"/>
              <a:t>Backend es la capa de acceso a datos de un software o cualquier dispositivo, que no es directamente accesible por los usuarios, además contiene la lógica de la aplicación que maneja dichos datos. El Backend también accede al servidor, que es una aplicación especializada que entiende la forma como el navegador solicita cosas.</a:t>
            </a:r>
            <a:endParaRPr/>
          </a:p>
          <a:p>
            <a:pPr marL="342900" lvl="0" indent="-342900" algn="l" rtl="0">
              <a:spcBef>
                <a:spcPts val="1000"/>
              </a:spcBef>
              <a:spcAft>
                <a:spcPts val="0"/>
              </a:spcAft>
              <a:buSzPct val="79999"/>
              <a:buChar char="►"/>
            </a:pPr>
            <a:r>
              <a:rPr lang="es-PE"/>
              <a:t>Algunos de los lenguajes de programación de Backend son </a:t>
            </a:r>
            <a:r>
              <a:rPr lang="es-PE" u="sng">
                <a:solidFill>
                  <a:schemeClr val="hlink"/>
                </a:solidFill>
                <a:hlinkClick r:id="rId12"/>
              </a:rPr>
              <a:t>Python</a:t>
            </a:r>
            <a:r>
              <a:rPr lang="es-PE"/>
              <a:t>, </a:t>
            </a:r>
            <a:r>
              <a:rPr lang="es-PE" u="sng">
                <a:solidFill>
                  <a:schemeClr val="hlink"/>
                </a:solidFill>
                <a:hlinkClick r:id="rId13"/>
              </a:rPr>
              <a:t>PHP</a:t>
            </a:r>
            <a:r>
              <a:rPr lang="es-PE"/>
              <a:t>, </a:t>
            </a:r>
            <a:r>
              <a:rPr lang="es-PE" u="sng">
                <a:solidFill>
                  <a:schemeClr val="hlink"/>
                </a:solidFill>
                <a:hlinkClick r:id="rId14"/>
              </a:rPr>
              <a:t>Ruby</a:t>
            </a:r>
            <a:r>
              <a:rPr lang="es-PE"/>
              <a:t>, </a:t>
            </a:r>
            <a:r>
              <a:rPr lang="es-PE" u="sng">
                <a:solidFill>
                  <a:schemeClr val="hlink"/>
                </a:solidFill>
                <a:hlinkClick r:id="rId15"/>
              </a:rPr>
              <a:t>C#</a:t>
            </a:r>
            <a:r>
              <a:rPr lang="es-PE"/>
              <a:t> y </a:t>
            </a:r>
            <a:r>
              <a:rPr lang="es-PE" u="sng">
                <a:solidFill>
                  <a:schemeClr val="hlink"/>
                </a:solidFill>
                <a:hlinkClick r:id="rId16"/>
              </a:rPr>
              <a:t>Java</a:t>
            </a:r>
            <a:r>
              <a:rPr lang="es-PE"/>
              <a:t>, y así como en Frontend, cada uno de los anteriores tiene diferentes frameworks que te permiten trabajar mejor según el proyecto que estás desarrollando.  </a:t>
            </a:r>
            <a:r>
              <a:rPr lang="es-PE" u="sng">
                <a:solidFill>
                  <a:schemeClr val="hlink"/>
                </a:solidFill>
                <a:hlinkClick r:id="rId17"/>
              </a:rPr>
              <a:t>Django</a:t>
            </a:r>
            <a:r>
              <a:rPr lang="es-PE"/>
              <a:t>, </a:t>
            </a:r>
            <a:r>
              <a:rPr lang="es-PE" u="sng">
                <a:solidFill>
                  <a:schemeClr val="hlink"/>
                </a:solidFill>
                <a:hlinkClick r:id="rId18"/>
              </a:rPr>
              <a:t>Laravel</a:t>
            </a:r>
            <a:r>
              <a:rPr lang="es-PE"/>
              <a:t>, </a:t>
            </a:r>
            <a:r>
              <a:rPr lang="es-PE" u="sng">
                <a:solidFill>
                  <a:schemeClr val="hlink"/>
                </a:solidFill>
                <a:hlinkClick r:id="rId19"/>
              </a:rPr>
              <a:t>Ruby On Rails</a:t>
            </a:r>
            <a:r>
              <a:rPr lang="es-PE"/>
              <a:t> y </a:t>
            </a:r>
            <a:r>
              <a:rPr lang="es-PE" u="sng">
                <a:solidFill>
                  <a:schemeClr val="hlink"/>
                </a:solidFill>
                <a:hlinkClick r:id="rId20"/>
              </a:rPr>
              <a:t>ASP.Net</a:t>
            </a:r>
            <a:r>
              <a:rPr lang="es-PE"/>
              <a:t>, los hemos elegido sobre todo porque tienen una gran comunidad que los respalda.</a:t>
            </a:r>
            <a:endParaRPr/>
          </a:p>
          <a:p>
            <a:pPr marL="342900" lvl="0" indent="-278892" algn="l" rtl="0">
              <a:spcBef>
                <a:spcPts val="1000"/>
              </a:spcBef>
              <a:spcAft>
                <a:spcPts val="0"/>
              </a:spcAft>
              <a:buSzPct val="79999"/>
              <a:buNone/>
            </a:pP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44"/>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s-PE"/>
              <a:t>HTML</a:t>
            </a:r>
            <a:endParaRPr/>
          </a:p>
        </p:txBody>
      </p:sp>
      <p:sp>
        <p:nvSpPr>
          <p:cNvPr id="296" name="Google Shape;296;p44"/>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s-PE"/>
              <a:t>HTML</a:t>
            </a:r>
            <a:r>
              <a:rPr lang="es-PE" u="sng" baseline="30000">
                <a:solidFill>
                  <a:schemeClr val="hlink"/>
                </a:solidFill>
                <a:hlinkClick r:id="rId3"/>
              </a:rPr>
              <a:t>1</a:t>
            </a:r>
            <a:r>
              <a:rPr lang="es-PE"/>
              <a:t> es un lenguaje universal, que funciona en cualquier plataforma (Windows, Macintosh, Unix, OS/2, etc.) y con cualquier navegador o browser (Netscape, Internet Explorer, Mozilla Firefox, etc.). </a:t>
            </a:r>
            <a:endParaRPr/>
          </a:p>
          <a:p>
            <a:pPr marL="342900" lvl="0" indent="-342900" algn="l" rtl="0">
              <a:spcBef>
                <a:spcPts val="1000"/>
              </a:spcBef>
              <a:spcAft>
                <a:spcPts val="0"/>
              </a:spcAft>
              <a:buSzPts val="1440"/>
              <a:buChar char="►"/>
            </a:pPr>
            <a:r>
              <a:rPr lang="es-PE"/>
              <a:t>universalidad es su poca sofisticación, puesto que  es  el viejo formato ASCII</a:t>
            </a:r>
            <a:r>
              <a:rPr lang="es-PE" u="sng" baseline="30000">
                <a:solidFill>
                  <a:schemeClr val="hlink"/>
                </a:solidFill>
                <a:hlinkClick r:id="rId4"/>
              </a:rPr>
              <a:t>2</a:t>
            </a:r>
            <a:r>
              <a:rPr lang="es-PE"/>
              <a:t> (y con 7 bits en lugar de ocho, por lo que ni tan siquiera tiene acentos ni otros caracteres especiales). </a:t>
            </a:r>
            <a:endParaRPr/>
          </a:p>
          <a:p>
            <a:pPr marL="342900" lvl="0" indent="-342900" algn="l" rtl="0">
              <a:spcBef>
                <a:spcPts val="1000"/>
              </a:spcBef>
              <a:spcAft>
                <a:spcPts val="0"/>
              </a:spcAft>
              <a:buSzPts val="1440"/>
              <a:buChar char="►"/>
            </a:pPr>
            <a:r>
              <a:rPr lang="es-PE"/>
              <a:t>un documento HTML no es más que texto ASCII (parte sin guiones y parte entre guiones: las etiquetas), cualquier documento web, hasta el más sofisticado, puede escribirse directamente desde un sencillo programa básico de texto, como el Cuaderno de Notas (</a:t>
            </a:r>
            <a:r>
              <a:rPr lang="es-PE" i="1"/>
              <a:t>Notepad</a:t>
            </a:r>
            <a:r>
              <a:rPr lang="es-PE"/>
              <a:t>) de Windows,</a:t>
            </a:r>
            <a:endParaRPr/>
          </a:p>
          <a:p>
            <a:pPr marL="342900" lvl="0" indent="-251459" algn="l" rtl="0">
              <a:spcBef>
                <a:spcPts val="1000"/>
              </a:spcBef>
              <a:spcAft>
                <a:spcPts val="0"/>
              </a:spcAft>
              <a:buSzPts val="1440"/>
              <a:buNone/>
            </a:pP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45"/>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s-PE"/>
              <a:t>HTML</a:t>
            </a:r>
            <a:endParaRPr/>
          </a:p>
        </p:txBody>
      </p:sp>
      <p:sp>
        <p:nvSpPr>
          <p:cNvPr id="302" name="Google Shape;302;p45"/>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s-PE"/>
              <a:t>Un documento HTML comienza siempre con la etiqueta &lt;HTML&gt;</a:t>
            </a:r>
            <a:r>
              <a:rPr lang="es-PE" u="sng" baseline="30000">
                <a:solidFill>
                  <a:schemeClr val="hlink"/>
                </a:solidFill>
                <a:hlinkClick r:id="rId3"/>
              </a:rPr>
              <a:t>5</a:t>
            </a:r>
            <a:r>
              <a:rPr lang="es-PE"/>
              <a:t>, que indica que el documento en cuestión está construido con dicho lenguaje.</a:t>
            </a:r>
            <a:endParaRPr sz="2400"/>
          </a:p>
          <a:p>
            <a:pPr marL="342900" lvl="0" indent="-342900" algn="l" rtl="0">
              <a:spcBef>
                <a:spcPts val="1000"/>
              </a:spcBef>
              <a:spcAft>
                <a:spcPts val="0"/>
              </a:spcAft>
              <a:buSzPts val="1440"/>
              <a:buChar char="►"/>
            </a:pPr>
            <a:r>
              <a:rPr lang="es-PE"/>
              <a:t>La mayoría de las etiquetas son pareadas, es decir, &lt;...&gt; corresponde al principio de la acción y &lt;/...&gt; indica el fin de dicha acción.</a:t>
            </a:r>
            <a:endParaRPr sz="2400"/>
          </a:p>
          <a:p>
            <a:pPr marL="342900" lvl="0" indent="-342900" algn="l" rtl="0">
              <a:spcBef>
                <a:spcPts val="1000"/>
              </a:spcBef>
              <a:spcAft>
                <a:spcPts val="0"/>
              </a:spcAft>
              <a:buSzPts val="1440"/>
              <a:buChar char="►"/>
            </a:pPr>
            <a:r>
              <a:rPr lang="es-PE"/>
              <a:t>una página web estará siempre contenida entre las etiquetas &lt;HTML&gt; y &lt;/HTML&gt;.</a:t>
            </a:r>
            <a:endParaRPr sz="2400"/>
          </a:p>
          <a:p>
            <a:pPr marL="342900" lvl="0" indent="-342900" algn="l" rtl="0">
              <a:spcBef>
                <a:spcPts val="1000"/>
              </a:spcBef>
              <a:spcAft>
                <a:spcPts val="0"/>
              </a:spcAft>
              <a:buSzPts val="1440"/>
              <a:buChar char="►"/>
            </a:pPr>
            <a:r>
              <a:rPr lang="es-PE"/>
              <a:t>Por otra parte, todo documento HTML consta de dos partes: la cabecera (</a:t>
            </a:r>
            <a:r>
              <a:rPr lang="es-PE" b="1"/>
              <a:t>head</a:t>
            </a:r>
            <a:r>
              <a:rPr lang="es-PE"/>
              <a:t>) y el cuerpo del documento (</a:t>
            </a:r>
            <a:r>
              <a:rPr lang="es-PE" b="1"/>
              <a:t>body</a:t>
            </a:r>
            <a:r>
              <a:rPr lang="es-PE"/>
              <a:t>).</a:t>
            </a:r>
            <a:endParaRPr sz="2400"/>
          </a:p>
          <a:p>
            <a:pPr marL="742950" lvl="1" indent="-285750" algn="l" rtl="0">
              <a:spcBef>
                <a:spcPts val="1000"/>
              </a:spcBef>
              <a:spcAft>
                <a:spcPts val="0"/>
              </a:spcAft>
              <a:buSzPts val="1280"/>
              <a:buChar char="►"/>
            </a:pPr>
            <a:r>
              <a:rPr lang="es-PE"/>
              <a:t>La cabecera contiene básicamente información destinada al browser (o navegador), que queda oculta al usuario. Su etiqueta (pareada) es &lt;HEAD&gt;.</a:t>
            </a:r>
            <a:endParaRPr sz="2000"/>
          </a:p>
          <a:p>
            <a:pPr marL="742950" lvl="1" indent="-285750" algn="l" rtl="0">
              <a:spcBef>
                <a:spcPts val="1000"/>
              </a:spcBef>
              <a:spcAft>
                <a:spcPts val="0"/>
              </a:spcAft>
              <a:buSzPts val="1280"/>
              <a:buChar char="►"/>
            </a:pPr>
            <a:r>
              <a:rPr lang="es-PE"/>
              <a:t>El cuerpo es el documento que ve el usuario. Su etiqueta (pareada) es &lt;BODY&gt;.</a:t>
            </a:r>
            <a:endParaRPr sz="2000"/>
          </a:p>
          <a:p>
            <a:pPr marL="342900" lvl="0" indent="-251459" algn="l" rtl="0">
              <a:spcBef>
                <a:spcPts val="1000"/>
              </a:spcBef>
              <a:spcAft>
                <a:spcPts val="0"/>
              </a:spcAft>
              <a:buSzPts val="1440"/>
              <a:buNone/>
            </a:pP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46"/>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s-PE" b="1"/>
              <a:t>EDICION  DE HTML</a:t>
            </a:r>
            <a:endParaRPr b="1"/>
          </a:p>
        </p:txBody>
      </p:sp>
      <p:sp>
        <p:nvSpPr>
          <p:cNvPr id="308" name="Google Shape;308;p46"/>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440"/>
              <a:buNone/>
            </a:pPr>
            <a:r>
              <a:rPr lang="es-PE"/>
              <a:t>1. PARA EDITAR  UNA  PAGINA WEB HTML UD. PUEDE </a:t>
            </a:r>
            <a:endParaRPr/>
          </a:p>
          <a:p>
            <a:pPr marL="0" lvl="0" indent="0" algn="l" rtl="0">
              <a:spcBef>
                <a:spcPts val="1000"/>
              </a:spcBef>
              <a:spcAft>
                <a:spcPts val="0"/>
              </a:spcAft>
              <a:buSzPts val="1440"/>
              <a:buNone/>
            </a:pPr>
            <a:r>
              <a:rPr lang="es-PE"/>
              <a:t>    UTILIZAR MUCHOS  EDITORES :</a:t>
            </a:r>
            <a:endParaRPr/>
          </a:p>
          <a:p>
            <a:pPr marL="0" lvl="0" indent="0" algn="l" rtl="0">
              <a:spcBef>
                <a:spcPts val="1000"/>
              </a:spcBef>
              <a:spcAft>
                <a:spcPts val="0"/>
              </a:spcAft>
              <a:buSzPts val="1440"/>
              <a:buNone/>
            </a:pPr>
            <a:r>
              <a:rPr lang="es-PE"/>
              <a:t>    BLOCK NOTAS, NOTE PAD++,  SUBLIME TEXT,  DREAMWEBER Y OTROS</a:t>
            </a:r>
            <a:endParaRPr/>
          </a:p>
          <a:p>
            <a:pPr marL="0" lvl="0" indent="0" algn="l" rtl="0">
              <a:spcBef>
                <a:spcPts val="1000"/>
              </a:spcBef>
              <a:spcAft>
                <a:spcPts val="0"/>
              </a:spcAft>
              <a:buSzPts val="1440"/>
              <a:buNone/>
            </a:pPr>
            <a:r>
              <a:rPr lang="es-PE"/>
              <a:t>2. NOSOTROS TRABAJAREMOS CON NOTE PAD++, O SUBLIME TEXT.</a:t>
            </a:r>
            <a:endParaRPr/>
          </a:p>
          <a:p>
            <a:pPr marL="0" lvl="0" indent="0" algn="l" rtl="0">
              <a:spcBef>
                <a:spcPts val="1000"/>
              </a:spcBef>
              <a:spcAft>
                <a:spcPts val="0"/>
              </a:spcAft>
              <a:buSzPts val="1440"/>
              <a:buNone/>
            </a:pPr>
            <a:r>
              <a:rPr lang="es-PE"/>
              <a:t>3. TODO ARCHIVO </a:t>
            </a:r>
            <a:r>
              <a:rPr lang="es-PE" sz="3200">
                <a:solidFill>
                  <a:srgbClr val="C00000"/>
                </a:solidFill>
              </a:rPr>
              <a:t> HTML </a:t>
            </a:r>
            <a:r>
              <a:rPr lang="es-PE"/>
              <a:t>POR GRABAR EN NOTE PAD ++, BLOCK NOTA      </a:t>
            </a:r>
            <a:endParaRPr/>
          </a:p>
          <a:p>
            <a:pPr marL="0" lvl="0" indent="0" algn="l" rtl="0">
              <a:spcBef>
                <a:spcPts val="1000"/>
              </a:spcBef>
              <a:spcAft>
                <a:spcPts val="0"/>
              </a:spcAft>
              <a:buSzPts val="1440"/>
              <a:buNone/>
            </a:pPr>
            <a:r>
              <a:rPr lang="es-PE"/>
              <a:t>      DEBE TENER EL SIGUIENTE FORMATO :</a:t>
            </a:r>
            <a:endParaRPr/>
          </a:p>
          <a:p>
            <a:pPr marL="0" lvl="0" indent="0" algn="l" rtl="0">
              <a:spcBef>
                <a:spcPts val="1000"/>
              </a:spcBef>
              <a:spcAft>
                <a:spcPts val="0"/>
              </a:spcAft>
              <a:buSzPts val="1440"/>
              <a:buNone/>
            </a:pPr>
            <a:r>
              <a:rPr lang="es-PE"/>
              <a:t>                      </a:t>
            </a:r>
            <a:r>
              <a:rPr lang="es-PE" sz="3200">
                <a:solidFill>
                  <a:srgbClr val="C00000"/>
                </a:solidFill>
              </a:rPr>
              <a:t>NOMBRE_ARCHIVO.HTML</a:t>
            </a:r>
            <a:endParaRPr/>
          </a:p>
          <a:p>
            <a:pPr marL="0" lvl="0" indent="0" algn="l" rtl="0">
              <a:spcBef>
                <a:spcPts val="1000"/>
              </a:spcBef>
              <a:spcAft>
                <a:spcPts val="0"/>
              </a:spcAft>
              <a:buSzPts val="1928"/>
              <a:buNone/>
            </a:pPr>
            <a:endParaRPr sz="2410">
              <a:solidFill>
                <a:srgbClr val="C00000"/>
              </a:solidFill>
            </a:endParaRPr>
          </a:p>
          <a:p>
            <a:pPr marL="0" lvl="0" indent="0" algn="l" rtl="0">
              <a:spcBef>
                <a:spcPts val="1000"/>
              </a:spcBef>
              <a:spcAft>
                <a:spcPts val="0"/>
              </a:spcAft>
              <a:buSzPts val="1440"/>
              <a:buNone/>
            </a:pP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47"/>
          <p:cNvSpPr/>
          <p:nvPr/>
        </p:nvSpPr>
        <p:spPr>
          <a:xfrm>
            <a:off x="749029" y="258444"/>
            <a:ext cx="10739337" cy="569386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D1559"/>
              </a:buClr>
              <a:buSzPts val="5400"/>
              <a:buFont typeface="Arial"/>
              <a:buNone/>
            </a:pPr>
            <a:r>
              <a:rPr lang="es-PE" sz="5400" b="1" i="0" u="none" strike="noStrike" cap="none">
                <a:solidFill>
                  <a:srgbClr val="7D1559"/>
                </a:solidFill>
                <a:latin typeface="Arial"/>
                <a:ea typeface="Arial"/>
                <a:cs typeface="Arial"/>
                <a:sym typeface="Arial"/>
              </a:rPr>
              <a:t>Los t</a:t>
            </a:r>
            <a:r>
              <a:rPr lang="es-PE" sz="5400" b="1" i="0" u="none" strike="noStrike" cap="none">
                <a:solidFill>
                  <a:srgbClr val="7D1559"/>
                </a:solidFill>
                <a:latin typeface="Calibri"/>
                <a:ea typeface="Calibri"/>
                <a:cs typeface="Calibri"/>
                <a:sym typeface="Calibri"/>
              </a:rPr>
              <a:t>í</a:t>
            </a:r>
            <a:r>
              <a:rPr lang="es-PE" sz="5400" b="1" i="0" u="none" strike="noStrike" cap="none">
                <a:solidFill>
                  <a:srgbClr val="7D1559"/>
                </a:solidFill>
                <a:latin typeface="Arial"/>
                <a:ea typeface="Arial"/>
                <a:cs typeface="Arial"/>
                <a:sym typeface="Arial"/>
              </a:rPr>
              <a:t>tulos</a:t>
            </a:r>
            <a:endParaRPr/>
          </a:p>
          <a:p>
            <a:pPr marL="0" marR="0" lvl="0" indent="0" algn="l" rtl="0">
              <a:lnSpc>
                <a:spcPct val="100000"/>
              </a:lnSpc>
              <a:spcBef>
                <a:spcPts val="0"/>
              </a:spcBef>
              <a:spcAft>
                <a:spcPts val="0"/>
              </a:spcAft>
              <a:buClr>
                <a:schemeClr val="dk1"/>
              </a:buClr>
              <a:buSzPts val="2800"/>
              <a:buFont typeface="Arial"/>
              <a:buNone/>
            </a:pPr>
            <a:endParaRPr sz="2800" b="0" i="0" u="none" strike="noStrike" cap="none">
              <a:solidFill>
                <a:schemeClr val="dk1"/>
              </a:solidFill>
              <a:latin typeface="Arial"/>
              <a:ea typeface="Arial"/>
              <a:cs typeface="Arial"/>
              <a:sym typeface="Arial"/>
            </a:endParaRPr>
          </a:p>
          <a:p>
            <a:pPr marL="0" marR="0" lvl="0" indent="-152400" algn="l" rtl="0">
              <a:lnSpc>
                <a:spcPct val="100000"/>
              </a:lnSpc>
              <a:spcBef>
                <a:spcPts val="0"/>
              </a:spcBef>
              <a:spcAft>
                <a:spcPts val="0"/>
              </a:spcAft>
              <a:buClr>
                <a:srgbClr val="000000"/>
              </a:buClr>
              <a:buSzPts val="2400"/>
              <a:buFont typeface="Arial"/>
              <a:buChar char="•"/>
            </a:pPr>
            <a:r>
              <a:rPr lang="es-PE" sz="2400" b="0" i="0" u="none" strike="noStrike" cap="none">
                <a:solidFill>
                  <a:srgbClr val="000000"/>
                </a:solidFill>
                <a:latin typeface="Arial"/>
                <a:ea typeface="Arial"/>
                <a:cs typeface="Arial"/>
                <a:sym typeface="Arial"/>
              </a:rPr>
              <a:t>Pueden utilizarse hasta seis tipos de t</a:t>
            </a:r>
            <a:r>
              <a:rPr lang="es-PE" sz="2400" b="0" i="0" u="none" strike="noStrike" cap="none">
                <a:solidFill>
                  <a:srgbClr val="000000"/>
                </a:solidFill>
                <a:latin typeface="Calibri"/>
                <a:ea typeface="Calibri"/>
                <a:cs typeface="Calibri"/>
                <a:sym typeface="Calibri"/>
              </a:rPr>
              <a:t>í</a:t>
            </a:r>
            <a:r>
              <a:rPr lang="es-PE" sz="2400" b="0" i="0" u="none" strike="noStrike" cap="none">
                <a:solidFill>
                  <a:srgbClr val="000000"/>
                </a:solidFill>
                <a:latin typeface="Arial"/>
                <a:ea typeface="Arial"/>
                <a:cs typeface="Arial"/>
                <a:sym typeface="Arial"/>
              </a:rPr>
              <a:t>tulos en un documento HTML, ordenados </a:t>
            </a:r>
            <a:endParaRPr/>
          </a:p>
          <a:p>
            <a:pPr marL="0" marR="0" lvl="0" indent="-152400" algn="l" rtl="0">
              <a:lnSpc>
                <a:spcPct val="100000"/>
              </a:lnSpc>
              <a:spcBef>
                <a:spcPts val="0"/>
              </a:spcBef>
              <a:spcAft>
                <a:spcPts val="0"/>
              </a:spcAft>
              <a:buClr>
                <a:srgbClr val="000000"/>
              </a:buClr>
              <a:buSzPts val="2400"/>
              <a:buFont typeface="Arial"/>
              <a:buChar char="•"/>
            </a:pPr>
            <a:r>
              <a:rPr lang="es-PE" sz="2400" b="0" i="0" u="none" strike="noStrike" cap="none">
                <a:solidFill>
                  <a:srgbClr val="000000"/>
                </a:solidFill>
                <a:latin typeface="Arial"/>
                <a:ea typeface="Arial"/>
                <a:cs typeface="Arial"/>
                <a:sym typeface="Arial"/>
              </a:rPr>
              <a:t>jer</a:t>
            </a:r>
            <a:r>
              <a:rPr lang="es-PE" sz="2400" b="0" i="0" u="none" strike="noStrike" cap="none">
                <a:solidFill>
                  <a:srgbClr val="000000"/>
                </a:solidFill>
                <a:latin typeface="Calibri"/>
                <a:ea typeface="Calibri"/>
                <a:cs typeface="Calibri"/>
                <a:sym typeface="Calibri"/>
              </a:rPr>
              <a:t>á</a:t>
            </a:r>
            <a:r>
              <a:rPr lang="es-PE" sz="2400" b="0" i="0" u="none" strike="noStrike" cap="none">
                <a:solidFill>
                  <a:srgbClr val="000000"/>
                </a:solidFill>
                <a:latin typeface="Arial"/>
                <a:ea typeface="Arial"/>
                <a:cs typeface="Arial"/>
                <a:sym typeface="Arial"/>
              </a:rPr>
              <a:t>rquicamente por medio de la etiqueta</a:t>
            </a:r>
            <a:r>
              <a:rPr lang="es-PE" sz="2400" b="0" i="0" u="none" strike="noStrike" cap="none">
                <a:solidFill>
                  <a:srgbClr val="000000"/>
                </a:solidFill>
                <a:latin typeface="Calibri"/>
                <a:ea typeface="Calibri"/>
                <a:cs typeface="Calibri"/>
                <a:sym typeface="Calibri"/>
              </a:rPr>
              <a:t> </a:t>
            </a:r>
            <a:r>
              <a:rPr lang="es-PE" sz="2400" b="0" i="0" u="none" strike="noStrike" cap="none">
                <a:solidFill>
                  <a:srgbClr val="166387"/>
                </a:solidFill>
                <a:latin typeface="Verdana"/>
                <a:ea typeface="Verdana"/>
                <a:cs typeface="Verdana"/>
                <a:sym typeface="Verdana"/>
              </a:rPr>
              <a:t>&lt;Hn&gt;...&lt;/Hn&gt;</a:t>
            </a:r>
            <a:r>
              <a:rPr lang="es-PE" sz="2400" b="0" i="0" u="none" strike="noStrike" cap="none">
                <a:solidFill>
                  <a:srgbClr val="000000"/>
                </a:solidFill>
                <a:latin typeface="Arial"/>
                <a:ea typeface="Arial"/>
                <a:cs typeface="Arial"/>
                <a:sym typeface="Arial"/>
              </a:rPr>
              <a:t>, donde n = 1 a 6.</a:t>
            </a:r>
            <a:endParaRPr sz="2400" b="0" i="0" u="none" strike="noStrike" cap="none">
              <a:solidFill>
                <a:schemeClr val="dk1"/>
              </a:solidFill>
              <a:latin typeface="Arial"/>
              <a:ea typeface="Arial"/>
              <a:cs typeface="Arial"/>
              <a:sym typeface="Arial"/>
            </a:endParaRPr>
          </a:p>
          <a:p>
            <a:pPr marL="0" marR="0" lvl="0" indent="-152400" algn="l" rtl="0">
              <a:lnSpc>
                <a:spcPct val="100000"/>
              </a:lnSpc>
              <a:spcBef>
                <a:spcPts val="0"/>
              </a:spcBef>
              <a:spcAft>
                <a:spcPts val="0"/>
              </a:spcAft>
              <a:buClr>
                <a:srgbClr val="000000"/>
              </a:buClr>
              <a:buSzPts val="2400"/>
              <a:buFont typeface="Arial"/>
              <a:buChar char="•"/>
            </a:pPr>
            <a:r>
              <a:rPr lang="es-PE" sz="2400" b="0" i="0" u="none" strike="noStrike" cap="none">
                <a:solidFill>
                  <a:srgbClr val="000000"/>
                </a:solidFill>
                <a:latin typeface="Arial"/>
                <a:ea typeface="Arial"/>
                <a:cs typeface="Arial"/>
                <a:sym typeface="Arial"/>
              </a:rPr>
              <a:t>Las etiquetas de los t</a:t>
            </a:r>
            <a:r>
              <a:rPr lang="es-PE" sz="2400" b="0" i="0" u="none" strike="noStrike" cap="none">
                <a:solidFill>
                  <a:srgbClr val="000000"/>
                </a:solidFill>
                <a:latin typeface="Calibri"/>
                <a:ea typeface="Calibri"/>
                <a:cs typeface="Calibri"/>
                <a:sym typeface="Calibri"/>
              </a:rPr>
              <a:t>í</a:t>
            </a:r>
            <a:r>
              <a:rPr lang="es-PE" sz="2400" b="0" i="0" u="none" strike="noStrike" cap="none">
                <a:solidFill>
                  <a:srgbClr val="000000"/>
                </a:solidFill>
                <a:latin typeface="Arial"/>
                <a:ea typeface="Arial"/>
                <a:cs typeface="Arial"/>
                <a:sym typeface="Arial"/>
              </a:rPr>
              <a:t>tulos introducen una l</a:t>
            </a:r>
            <a:r>
              <a:rPr lang="es-PE" sz="2400" b="0" i="0" u="none" strike="noStrike" cap="none">
                <a:solidFill>
                  <a:srgbClr val="000000"/>
                </a:solidFill>
                <a:latin typeface="Calibri"/>
                <a:ea typeface="Calibri"/>
                <a:cs typeface="Calibri"/>
                <a:sym typeface="Calibri"/>
              </a:rPr>
              <a:t>í</a:t>
            </a:r>
            <a:r>
              <a:rPr lang="es-PE" sz="2400" b="0" i="0" u="none" strike="noStrike" cap="none">
                <a:solidFill>
                  <a:srgbClr val="000000"/>
                </a:solidFill>
                <a:latin typeface="Arial"/>
                <a:ea typeface="Arial"/>
                <a:cs typeface="Arial"/>
                <a:sym typeface="Arial"/>
              </a:rPr>
              <a:t>nea superior en blanco. </a:t>
            </a:r>
            <a:endParaRPr/>
          </a:p>
          <a:p>
            <a:pPr marL="0" marR="0" lvl="0" indent="-152400" algn="l" rtl="0">
              <a:lnSpc>
                <a:spcPct val="100000"/>
              </a:lnSpc>
              <a:spcBef>
                <a:spcPts val="0"/>
              </a:spcBef>
              <a:spcAft>
                <a:spcPts val="0"/>
              </a:spcAft>
              <a:buClr>
                <a:srgbClr val="000000"/>
              </a:buClr>
              <a:buSzPts val="2400"/>
              <a:buFont typeface="Arial"/>
              <a:buChar char="•"/>
            </a:pPr>
            <a:r>
              <a:rPr lang="es-PE" sz="2400" b="0" i="0" u="none" strike="noStrike" cap="none">
                <a:solidFill>
                  <a:srgbClr val="000000"/>
                </a:solidFill>
                <a:latin typeface="Arial"/>
                <a:ea typeface="Arial"/>
                <a:cs typeface="Arial"/>
                <a:sym typeface="Arial"/>
              </a:rPr>
              <a:t>Como lo habitua</a:t>
            </a:r>
            <a:r>
              <a:rPr lang="es-PE" sz="2400">
                <a:solidFill>
                  <a:srgbClr val="000000"/>
                </a:solidFill>
                <a:latin typeface="Arial"/>
                <a:ea typeface="Arial"/>
                <a:cs typeface="Arial"/>
                <a:sym typeface="Arial"/>
              </a:rPr>
              <a:t> </a:t>
            </a:r>
            <a:r>
              <a:rPr lang="es-PE" sz="2400" b="0" i="0" u="none" strike="noStrike" cap="none">
                <a:solidFill>
                  <a:srgbClr val="000000"/>
                </a:solidFill>
                <a:latin typeface="Arial"/>
                <a:ea typeface="Arial"/>
                <a:cs typeface="Arial"/>
                <a:sym typeface="Arial"/>
              </a:rPr>
              <a:t>despu</a:t>
            </a:r>
            <a:r>
              <a:rPr lang="es-PE" sz="2400" b="0" i="0" u="none" strike="noStrike" cap="none">
                <a:solidFill>
                  <a:srgbClr val="000000"/>
                </a:solidFill>
                <a:latin typeface="Calibri"/>
                <a:ea typeface="Calibri"/>
                <a:cs typeface="Calibri"/>
                <a:sym typeface="Calibri"/>
              </a:rPr>
              <a:t>é</a:t>
            </a:r>
            <a:r>
              <a:rPr lang="es-PE" sz="2400" b="0" i="0" u="none" strike="noStrike" cap="none">
                <a:solidFill>
                  <a:srgbClr val="000000"/>
                </a:solidFill>
                <a:latin typeface="Arial"/>
                <a:ea typeface="Arial"/>
                <a:cs typeface="Arial"/>
                <a:sym typeface="Arial"/>
              </a:rPr>
              <a:t>s de un t</a:t>
            </a:r>
            <a:r>
              <a:rPr lang="es-PE" sz="2400" b="0" i="0" u="none" strike="noStrike" cap="none">
                <a:solidFill>
                  <a:srgbClr val="000000"/>
                </a:solidFill>
                <a:latin typeface="Calibri"/>
                <a:ea typeface="Calibri"/>
                <a:cs typeface="Calibri"/>
                <a:sym typeface="Calibri"/>
              </a:rPr>
              <a:t>í</a:t>
            </a:r>
            <a:r>
              <a:rPr lang="es-PE" sz="2400" b="0" i="0" u="none" strike="noStrike" cap="none">
                <a:solidFill>
                  <a:srgbClr val="000000"/>
                </a:solidFill>
                <a:latin typeface="Arial"/>
                <a:ea typeface="Arial"/>
                <a:cs typeface="Arial"/>
                <a:sym typeface="Arial"/>
              </a:rPr>
              <a:t>tulo es un nuevo p</a:t>
            </a:r>
            <a:r>
              <a:rPr lang="es-PE" sz="2400" b="0" i="0" u="none" strike="noStrike" cap="none">
                <a:solidFill>
                  <a:srgbClr val="000000"/>
                </a:solidFill>
                <a:latin typeface="Calibri"/>
                <a:ea typeface="Calibri"/>
                <a:cs typeface="Calibri"/>
                <a:sym typeface="Calibri"/>
              </a:rPr>
              <a:t>á</a:t>
            </a:r>
            <a:r>
              <a:rPr lang="es-PE" sz="2400" b="0" i="0" u="none" strike="noStrike" cap="none">
                <a:solidFill>
                  <a:srgbClr val="000000"/>
                </a:solidFill>
                <a:latin typeface="Arial"/>
                <a:ea typeface="Arial"/>
                <a:cs typeface="Arial"/>
                <a:sym typeface="Arial"/>
              </a:rPr>
              <a:t>rrafo (</a:t>
            </a:r>
            <a:r>
              <a:rPr lang="es-PE" sz="2400" b="0" i="0" u="none" strike="noStrike" cap="none">
                <a:solidFill>
                  <a:srgbClr val="166387"/>
                </a:solidFill>
                <a:latin typeface="Verdana"/>
                <a:ea typeface="Verdana"/>
                <a:cs typeface="Verdana"/>
                <a:sym typeface="Verdana"/>
              </a:rPr>
              <a:t>&lt;P&gt;</a:t>
            </a:r>
            <a:r>
              <a:rPr lang="es-PE" sz="2400" b="0" i="0" u="none" strike="noStrike" cap="none">
                <a:solidFill>
                  <a:srgbClr val="000000"/>
                </a:solidFill>
                <a:latin typeface="Arial"/>
                <a:ea typeface="Arial"/>
                <a:cs typeface="Arial"/>
                <a:sym typeface="Arial"/>
              </a:rPr>
              <a:t>), que tambi</a:t>
            </a:r>
            <a:r>
              <a:rPr lang="es-PE" sz="2400" b="0" i="0" u="none" strike="noStrike" cap="none">
                <a:solidFill>
                  <a:srgbClr val="000000"/>
                </a:solidFill>
                <a:latin typeface="Calibri"/>
                <a:ea typeface="Calibri"/>
                <a:cs typeface="Calibri"/>
                <a:sym typeface="Calibri"/>
              </a:rPr>
              <a:t>é</a:t>
            </a:r>
            <a:r>
              <a:rPr lang="es-PE" sz="2400" b="0" i="0" u="none" strike="noStrike" cap="none">
                <a:solidFill>
                  <a:srgbClr val="000000"/>
                </a:solidFill>
                <a:latin typeface="Arial"/>
                <a:ea typeface="Arial"/>
                <a:cs typeface="Arial"/>
                <a:sym typeface="Arial"/>
              </a:rPr>
              <a:t>n introduce su propia l</a:t>
            </a:r>
            <a:r>
              <a:rPr lang="es-PE" sz="2400" b="0" i="0" u="none" strike="noStrike" cap="none">
                <a:solidFill>
                  <a:srgbClr val="000000"/>
                </a:solidFill>
                <a:latin typeface="Calibri"/>
                <a:ea typeface="Calibri"/>
                <a:cs typeface="Calibri"/>
                <a:sym typeface="Calibri"/>
              </a:rPr>
              <a:t>í</a:t>
            </a:r>
            <a:r>
              <a:rPr lang="es-PE" sz="2400" b="0" i="0" u="none" strike="noStrike" cap="none">
                <a:solidFill>
                  <a:srgbClr val="000000"/>
                </a:solidFill>
                <a:latin typeface="Arial"/>
                <a:ea typeface="Arial"/>
                <a:cs typeface="Arial"/>
                <a:sym typeface="Arial"/>
              </a:rPr>
              <a:t>nea, </a:t>
            </a:r>
            <a:endParaRPr/>
          </a:p>
          <a:p>
            <a:pPr marL="0" marR="0" lvl="0" indent="-152400" algn="l" rtl="0">
              <a:lnSpc>
                <a:spcPct val="100000"/>
              </a:lnSpc>
              <a:spcBef>
                <a:spcPts val="0"/>
              </a:spcBef>
              <a:spcAft>
                <a:spcPts val="0"/>
              </a:spcAft>
              <a:buClr>
                <a:srgbClr val="000000"/>
              </a:buClr>
              <a:buSzPts val="2400"/>
              <a:buFont typeface="Arial"/>
              <a:buChar char="•"/>
            </a:pPr>
            <a:r>
              <a:rPr lang="es-PE" sz="2400" b="0" i="0" u="none" strike="noStrike" cap="none">
                <a:solidFill>
                  <a:srgbClr val="000000"/>
                </a:solidFill>
                <a:latin typeface="Arial"/>
                <a:ea typeface="Arial"/>
                <a:cs typeface="Arial"/>
                <a:sym typeface="Arial"/>
              </a:rPr>
              <a:t>el resultado final suele ser que una l</a:t>
            </a:r>
            <a:r>
              <a:rPr lang="es-PE" sz="2400" b="0" i="0" u="none" strike="noStrike" cap="none">
                <a:solidFill>
                  <a:srgbClr val="000000"/>
                </a:solidFill>
                <a:latin typeface="Calibri"/>
                <a:ea typeface="Calibri"/>
                <a:cs typeface="Calibri"/>
                <a:sym typeface="Calibri"/>
              </a:rPr>
              <a:t>í</a:t>
            </a:r>
            <a:r>
              <a:rPr lang="es-PE" sz="2400" b="0" i="0" u="none" strike="noStrike" cap="none">
                <a:solidFill>
                  <a:srgbClr val="000000"/>
                </a:solidFill>
                <a:latin typeface="Arial"/>
                <a:ea typeface="Arial"/>
                <a:cs typeface="Arial"/>
                <a:sym typeface="Arial"/>
              </a:rPr>
              <a:t>nea de t</a:t>
            </a:r>
            <a:r>
              <a:rPr lang="es-PE" sz="2400" b="0" i="0" u="none" strike="noStrike" cap="none">
                <a:solidFill>
                  <a:srgbClr val="000000"/>
                </a:solidFill>
                <a:latin typeface="Calibri"/>
                <a:ea typeface="Calibri"/>
                <a:cs typeface="Calibri"/>
                <a:sym typeface="Calibri"/>
              </a:rPr>
              <a:t>í</a:t>
            </a:r>
            <a:r>
              <a:rPr lang="es-PE" sz="2400" b="0" i="0" u="none" strike="noStrike" cap="none">
                <a:solidFill>
                  <a:srgbClr val="000000"/>
                </a:solidFill>
                <a:latin typeface="Arial"/>
                <a:ea typeface="Arial"/>
                <a:cs typeface="Arial"/>
                <a:sym typeface="Arial"/>
              </a:rPr>
              <a:t>tulo tiene una l</a:t>
            </a:r>
            <a:r>
              <a:rPr lang="es-PE" sz="2400" b="0" i="0" u="none" strike="noStrike" cap="none">
                <a:solidFill>
                  <a:srgbClr val="000000"/>
                </a:solidFill>
                <a:latin typeface="Calibri"/>
                <a:ea typeface="Calibri"/>
                <a:cs typeface="Calibri"/>
                <a:sym typeface="Calibri"/>
              </a:rPr>
              <a:t>í</a:t>
            </a:r>
            <a:r>
              <a:rPr lang="es-PE" sz="2400" b="0" i="0" u="none" strike="noStrike" cap="none">
                <a:solidFill>
                  <a:srgbClr val="000000"/>
                </a:solidFill>
                <a:latin typeface="Arial"/>
                <a:ea typeface="Arial"/>
                <a:cs typeface="Arial"/>
                <a:sym typeface="Arial"/>
              </a:rPr>
              <a:t>nea en blanco antes y otra despu</a:t>
            </a:r>
            <a:r>
              <a:rPr lang="es-PE" sz="2400" b="0" i="0" u="none" strike="noStrike" cap="none">
                <a:solidFill>
                  <a:srgbClr val="000000"/>
                </a:solidFill>
                <a:latin typeface="Calibri"/>
                <a:ea typeface="Calibri"/>
                <a:cs typeface="Calibri"/>
                <a:sym typeface="Calibri"/>
              </a:rPr>
              <a:t>é</a:t>
            </a:r>
            <a:r>
              <a:rPr lang="es-PE" sz="2400" b="0" i="0" u="none" strike="noStrike" cap="none">
                <a:solidFill>
                  <a:srgbClr val="000000"/>
                </a:solidFill>
                <a:latin typeface="Arial"/>
                <a:ea typeface="Arial"/>
                <a:cs typeface="Arial"/>
                <a:sym typeface="Arial"/>
              </a:rPr>
              <a:t>s.</a:t>
            </a:r>
            <a:endParaRPr sz="2400" b="0" i="0" u="none" strike="noStrike" cap="none">
              <a:solidFill>
                <a:schemeClr val="dk1"/>
              </a:solidFill>
              <a:latin typeface="Arial"/>
              <a:ea typeface="Arial"/>
              <a:cs typeface="Arial"/>
              <a:sym typeface="Arial"/>
            </a:endParaRPr>
          </a:p>
          <a:p>
            <a:pPr marL="0" marR="0" lvl="0" indent="-152400" algn="l" rtl="0">
              <a:lnSpc>
                <a:spcPct val="100000"/>
              </a:lnSpc>
              <a:spcBef>
                <a:spcPts val="0"/>
              </a:spcBef>
              <a:spcAft>
                <a:spcPts val="0"/>
              </a:spcAft>
              <a:buClr>
                <a:srgbClr val="000000"/>
              </a:buClr>
              <a:buSzPts val="2400"/>
              <a:buFont typeface="Arial"/>
              <a:buChar char="•"/>
            </a:pPr>
            <a:r>
              <a:rPr lang="es-PE" sz="2400" b="0" i="0" u="none" strike="noStrike" cap="none">
                <a:solidFill>
                  <a:srgbClr val="000000"/>
                </a:solidFill>
                <a:latin typeface="Arial"/>
                <a:ea typeface="Arial"/>
                <a:cs typeface="Arial"/>
                <a:sym typeface="Arial"/>
              </a:rPr>
              <a:t>Las etiquetas de los t</a:t>
            </a:r>
            <a:r>
              <a:rPr lang="es-PE" sz="2400" b="0" i="0" u="none" strike="noStrike" cap="none">
                <a:solidFill>
                  <a:srgbClr val="000000"/>
                </a:solidFill>
                <a:latin typeface="Calibri"/>
                <a:ea typeface="Calibri"/>
                <a:cs typeface="Calibri"/>
                <a:sym typeface="Calibri"/>
              </a:rPr>
              <a:t>í</a:t>
            </a:r>
            <a:r>
              <a:rPr lang="es-PE" sz="2400" b="0" i="0" u="none" strike="noStrike" cap="none">
                <a:solidFill>
                  <a:srgbClr val="000000"/>
                </a:solidFill>
                <a:latin typeface="Arial"/>
                <a:ea typeface="Arial"/>
                <a:cs typeface="Arial"/>
                <a:sym typeface="Arial"/>
              </a:rPr>
              <a:t>tulos admiten indicaciones de alineaci</a:t>
            </a:r>
            <a:r>
              <a:rPr lang="es-PE" sz="2400" b="0" i="0" u="none" strike="noStrike" cap="none">
                <a:solidFill>
                  <a:srgbClr val="000000"/>
                </a:solidFill>
                <a:latin typeface="Calibri"/>
                <a:ea typeface="Calibri"/>
                <a:cs typeface="Calibri"/>
                <a:sym typeface="Calibri"/>
              </a:rPr>
              <a:t>ó</a:t>
            </a:r>
            <a:r>
              <a:rPr lang="es-PE" sz="2400" b="0" i="0" u="none" strike="noStrike" cap="none">
                <a:solidFill>
                  <a:srgbClr val="000000"/>
                </a:solidFill>
                <a:latin typeface="Arial"/>
                <a:ea typeface="Arial"/>
                <a:cs typeface="Arial"/>
                <a:sym typeface="Arial"/>
              </a:rPr>
              <a:t>n, de la misma manera que la etiqueta de p</a:t>
            </a:r>
            <a:r>
              <a:rPr lang="es-PE" sz="2400" b="0" i="0" u="none" strike="noStrike" cap="none">
                <a:solidFill>
                  <a:srgbClr val="000000"/>
                </a:solidFill>
                <a:latin typeface="Calibri"/>
                <a:ea typeface="Calibri"/>
                <a:cs typeface="Calibri"/>
                <a:sym typeface="Calibri"/>
              </a:rPr>
              <a:t>á</a:t>
            </a:r>
            <a:r>
              <a:rPr lang="es-PE" sz="2400" b="0" i="0" u="none" strike="noStrike" cap="none">
                <a:solidFill>
                  <a:srgbClr val="000000"/>
                </a:solidFill>
                <a:latin typeface="Arial"/>
                <a:ea typeface="Arial"/>
                <a:cs typeface="Arial"/>
                <a:sym typeface="Arial"/>
              </a:rPr>
              <a:t>rrafo.</a:t>
            </a:r>
            <a:endParaRPr sz="2400" b="0" i="0" u="none" strike="noStrike" cap="none">
              <a:solidFill>
                <a:schemeClr val="dk1"/>
              </a:solidFill>
              <a:latin typeface="Arial"/>
              <a:ea typeface="Arial"/>
              <a:cs typeface="Arial"/>
              <a:sym typeface="Arial"/>
            </a:endParaRPr>
          </a:p>
          <a:p>
            <a:pPr marL="0" marR="0" lvl="0" indent="-152400" algn="l" rtl="0">
              <a:lnSpc>
                <a:spcPct val="100000"/>
              </a:lnSpc>
              <a:spcBef>
                <a:spcPts val="0"/>
              </a:spcBef>
              <a:spcAft>
                <a:spcPts val="0"/>
              </a:spcAft>
              <a:buClr>
                <a:srgbClr val="000000"/>
              </a:buClr>
              <a:buSzPts val="2400"/>
              <a:buFont typeface="Arial"/>
              <a:buChar char="•"/>
            </a:pPr>
            <a:r>
              <a:rPr lang="es-PE" sz="2400" b="0" i="0" u="none" strike="noStrike" cap="none">
                <a:solidFill>
                  <a:srgbClr val="000000"/>
                </a:solidFill>
                <a:latin typeface="Arial"/>
                <a:ea typeface="Arial"/>
                <a:cs typeface="Arial"/>
                <a:sym typeface="Arial"/>
              </a:rPr>
              <a:t>Veamos qu</a:t>
            </a:r>
            <a:r>
              <a:rPr lang="es-PE" sz="2400" b="0" i="0" u="none" strike="noStrike" cap="none">
                <a:solidFill>
                  <a:srgbClr val="000000"/>
                </a:solidFill>
                <a:latin typeface="Calibri"/>
                <a:ea typeface="Calibri"/>
                <a:cs typeface="Calibri"/>
                <a:sym typeface="Calibri"/>
              </a:rPr>
              <a:t>é</a:t>
            </a:r>
            <a:r>
              <a:rPr lang="es-PE" sz="2400" b="0" i="0" u="none" strike="noStrike" cap="none">
                <a:solidFill>
                  <a:srgbClr val="000000"/>
                </a:solidFill>
                <a:latin typeface="Arial"/>
                <a:ea typeface="Arial"/>
                <a:cs typeface="Arial"/>
                <a:sym typeface="Arial"/>
              </a:rPr>
              <a:t> aspecto tienen los t</a:t>
            </a:r>
            <a:r>
              <a:rPr lang="es-PE" sz="2400" b="0" i="0" u="none" strike="noStrike" cap="none">
                <a:solidFill>
                  <a:srgbClr val="000000"/>
                </a:solidFill>
                <a:latin typeface="Calibri"/>
                <a:ea typeface="Calibri"/>
                <a:cs typeface="Calibri"/>
                <a:sym typeface="Calibri"/>
              </a:rPr>
              <a:t>í</a:t>
            </a:r>
            <a:r>
              <a:rPr lang="es-PE" sz="2400" b="0" i="0" u="none" strike="noStrike" cap="none">
                <a:solidFill>
                  <a:srgbClr val="000000"/>
                </a:solidFill>
                <a:latin typeface="Arial"/>
                <a:ea typeface="Arial"/>
                <a:cs typeface="Arial"/>
                <a:sym typeface="Arial"/>
              </a:rPr>
              <a:t>tulos de un documento HTML:</a:t>
            </a:r>
            <a:endParaRPr sz="2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graphicFrame>
        <p:nvGraphicFramePr>
          <p:cNvPr id="318" name="Google Shape;318;p48"/>
          <p:cNvGraphicFramePr/>
          <p:nvPr/>
        </p:nvGraphicFramePr>
        <p:xfrm>
          <a:off x="2373549" y="155641"/>
          <a:ext cx="3000000" cy="3000000"/>
        </p:xfrm>
        <a:graphic>
          <a:graphicData uri="http://schemas.openxmlformats.org/drawingml/2006/table">
            <a:tbl>
              <a:tblPr firstRow="1" firstCol="1" bandRow="1">
                <a:noFill/>
                <a:tableStyleId>{AA9E3A58-F966-473C-AD10-942D5133C1C9}</a:tableStyleId>
              </a:tblPr>
              <a:tblGrid>
                <a:gridCol w="8161500">
                  <a:extLst>
                    <a:ext uri="{9D8B030D-6E8A-4147-A177-3AD203B41FA5}">
                      <a16:colId xmlns:a16="http://schemas.microsoft.com/office/drawing/2014/main" val="20000"/>
                    </a:ext>
                  </a:extLst>
                </a:gridCol>
              </a:tblGrid>
              <a:tr h="314875">
                <a:tc>
                  <a:txBody>
                    <a:bodyPr/>
                    <a:lstStyle/>
                    <a:p>
                      <a:pPr marL="0" marR="0" lvl="0" indent="0" algn="ctr" rtl="0">
                        <a:lnSpc>
                          <a:spcPct val="107000"/>
                        </a:lnSpc>
                        <a:spcBef>
                          <a:spcPts val="0"/>
                        </a:spcBef>
                        <a:spcAft>
                          <a:spcPts val="0"/>
                        </a:spcAft>
                        <a:buNone/>
                      </a:pPr>
                      <a:r>
                        <a:rPr lang="es-PE" sz="1800">
                          <a:solidFill>
                            <a:schemeClr val="dk1"/>
                          </a:solidFill>
                        </a:rPr>
                        <a:t>EJEMPLO </a:t>
                      </a:r>
                      <a:endParaRPr sz="1800">
                        <a:solidFill>
                          <a:schemeClr val="dk1"/>
                        </a:solidFill>
                        <a:latin typeface="Calibri"/>
                        <a:ea typeface="Calibri"/>
                        <a:cs typeface="Calibri"/>
                        <a:sym typeface="Calibri"/>
                      </a:endParaRPr>
                    </a:p>
                  </a:txBody>
                  <a:tcPr marL="19050" marR="19050" marT="19050" marB="19050" anchor="ctr">
                    <a:solidFill>
                      <a:schemeClr val="lt1"/>
                    </a:solidFill>
                  </a:tcPr>
                </a:tc>
                <a:extLst>
                  <a:ext uri="{0D108BD9-81ED-4DB2-BD59-A6C34878D82A}">
                    <a16:rowId xmlns:a16="http://schemas.microsoft.com/office/drawing/2014/main" val="10000"/>
                  </a:ext>
                </a:extLst>
              </a:tr>
              <a:tr h="314875">
                <a:tc>
                  <a:txBody>
                    <a:bodyPr/>
                    <a:lstStyle/>
                    <a:p>
                      <a:pPr marL="0" marR="0" lvl="0" indent="0" algn="l" rtl="0">
                        <a:lnSpc>
                          <a:spcPct val="107000"/>
                        </a:lnSpc>
                        <a:spcBef>
                          <a:spcPts val="0"/>
                        </a:spcBef>
                        <a:spcAft>
                          <a:spcPts val="0"/>
                        </a:spcAft>
                        <a:buNone/>
                      </a:pPr>
                      <a:r>
                        <a:rPr lang="es-PE" sz="1800">
                          <a:solidFill>
                            <a:schemeClr val="dk1"/>
                          </a:solidFill>
                        </a:rPr>
                        <a:t>&lt;HTML&gt;</a:t>
                      </a:r>
                      <a:endParaRPr sz="1800">
                        <a:solidFill>
                          <a:schemeClr val="dk1"/>
                        </a:solidFill>
                        <a:latin typeface="Calibri"/>
                        <a:ea typeface="Calibri"/>
                        <a:cs typeface="Calibri"/>
                        <a:sym typeface="Calibri"/>
                      </a:endParaRPr>
                    </a:p>
                  </a:txBody>
                  <a:tcPr marL="19050" marR="19050" marT="19050" marB="19050" anchor="ctr">
                    <a:solidFill>
                      <a:schemeClr val="lt1"/>
                    </a:solidFill>
                  </a:tcPr>
                </a:tc>
                <a:extLst>
                  <a:ext uri="{0D108BD9-81ED-4DB2-BD59-A6C34878D82A}">
                    <a16:rowId xmlns:a16="http://schemas.microsoft.com/office/drawing/2014/main" val="10001"/>
                  </a:ext>
                </a:extLst>
              </a:tr>
              <a:tr h="314875">
                <a:tc>
                  <a:txBody>
                    <a:bodyPr/>
                    <a:lstStyle/>
                    <a:p>
                      <a:pPr marL="0" marR="0" lvl="0" indent="0" algn="l" rtl="0">
                        <a:lnSpc>
                          <a:spcPct val="107000"/>
                        </a:lnSpc>
                        <a:spcBef>
                          <a:spcPts val="0"/>
                        </a:spcBef>
                        <a:spcAft>
                          <a:spcPts val="0"/>
                        </a:spcAft>
                        <a:buNone/>
                      </a:pPr>
                      <a:r>
                        <a:rPr lang="es-PE" sz="1800">
                          <a:solidFill>
                            <a:schemeClr val="dk1"/>
                          </a:solidFill>
                        </a:rPr>
                        <a:t>&lt;HEAD&gt;</a:t>
                      </a:r>
                      <a:endParaRPr sz="1800">
                        <a:solidFill>
                          <a:schemeClr val="dk1"/>
                        </a:solidFill>
                        <a:latin typeface="Calibri"/>
                        <a:ea typeface="Calibri"/>
                        <a:cs typeface="Calibri"/>
                        <a:sym typeface="Calibri"/>
                      </a:endParaRPr>
                    </a:p>
                  </a:txBody>
                  <a:tcPr marL="19050" marR="19050" marT="19050" marB="19050" anchor="ctr">
                    <a:solidFill>
                      <a:schemeClr val="lt1"/>
                    </a:solidFill>
                  </a:tcPr>
                </a:tc>
                <a:extLst>
                  <a:ext uri="{0D108BD9-81ED-4DB2-BD59-A6C34878D82A}">
                    <a16:rowId xmlns:a16="http://schemas.microsoft.com/office/drawing/2014/main" val="10002"/>
                  </a:ext>
                </a:extLst>
              </a:tr>
              <a:tr h="314875">
                <a:tc>
                  <a:txBody>
                    <a:bodyPr/>
                    <a:lstStyle/>
                    <a:p>
                      <a:pPr marL="0" marR="0" lvl="0" indent="0" algn="l" rtl="0">
                        <a:lnSpc>
                          <a:spcPct val="107000"/>
                        </a:lnSpc>
                        <a:spcBef>
                          <a:spcPts val="0"/>
                        </a:spcBef>
                        <a:spcAft>
                          <a:spcPts val="0"/>
                        </a:spcAft>
                        <a:buNone/>
                      </a:pPr>
                      <a:r>
                        <a:rPr lang="es-PE" sz="1800">
                          <a:solidFill>
                            <a:schemeClr val="dk1"/>
                          </a:solidFill>
                        </a:rPr>
                        <a:t>&lt;TITLE&gt;Ejemplo  TITULOS&lt;/TITLE&gt;</a:t>
                      </a:r>
                      <a:endParaRPr sz="1800">
                        <a:solidFill>
                          <a:schemeClr val="dk1"/>
                        </a:solidFill>
                        <a:latin typeface="Calibri"/>
                        <a:ea typeface="Calibri"/>
                        <a:cs typeface="Calibri"/>
                        <a:sym typeface="Calibri"/>
                      </a:endParaRPr>
                    </a:p>
                  </a:txBody>
                  <a:tcPr marL="19050" marR="19050" marT="19050" marB="19050" anchor="ctr">
                    <a:solidFill>
                      <a:schemeClr val="lt1"/>
                    </a:solidFill>
                  </a:tcPr>
                </a:tc>
                <a:extLst>
                  <a:ext uri="{0D108BD9-81ED-4DB2-BD59-A6C34878D82A}">
                    <a16:rowId xmlns:a16="http://schemas.microsoft.com/office/drawing/2014/main" val="10003"/>
                  </a:ext>
                </a:extLst>
              </a:tr>
              <a:tr h="314875">
                <a:tc>
                  <a:txBody>
                    <a:bodyPr/>
                    <a:lstStyle/>
                    <a:p>
                      <a:pPr marL="0" marR="0" lvl="0" indent="0" algn="l" rtl="0">
                        <a:lnSpc>
                          <a:spcPct val="107000"/>
                        </a:lnSpc>
                        <a:spcBef>
                          <a:spcPts val="0"/>
                        </a:spcBef>
                        <a:spcAft>
                          <a:spcPts val="0"/>
                        </a:spcAft>
                        <a:buNone/>
                      </a:pPr>
                      <a:r>
                        <a:rPr lang="es-PE" sz="1800">
                          <a:solidFill>
                            <a:schemeClr val="dk1"/>
                          </a:solidFill>
                        </a:rPr>
                        <a:t>&lt;/HEAD&gt;</a:t>
                      </a:r>
                      <a:endParaRPr sz="1800">
                        <a:solidFill>
                          <a:schemeClr val="dk1"/>
                        </a:solidFill>
                        <a:latin typeface="Calibri"/>
                        <a:ea typeface="Calibri"/>
                        <a:cs typeface="Calibri"/>
                        <a:sym typeface="Calibri"/>
                      </a:endParaRPr>
                    </a:p>
                  </a:txBody>
                  <a:tcPr marL="19050" marR="19050" marT="19050" marB="19050" anchor="ctr">
                    <a:solidFill>
                      <a:schemeClr val="lt1"/>
                    </a:solidFill>
                  </a:tcPr>
                </a:tc>
                <a:extLst>
                  <a:ext uri="{0D108BD9-81ED-4DB2-BD59-A6C34878D82A}">
                    <a16:rowId xmlns:a16="http://schemas.microsoft.com/office/drawing/2014/main" val="10004"/>
                  </a:ext>
                </a:extLst>
              </a:tr>
              <a:tr h="314875">
                <a:tc>
                  <a:txBody>
                    <a:bodyPr/>
                    <a:lstStyle/>
                    <a:p>
                      <a:pPr marL="0" marR="0" lvl="0" indent="0" algn="l" rtl="0">
                        <a:lnSpc>
                          <a:spcPct val="107000"/>
                        </a:lnSpc>
                        <a:spcBef>
                          <a:spcPts val="0"/>
                        </a:spcBef>
                        <a:spcAft>
                          <a:spcPts val="0"/>
                        </a:spcAft>
                        <a:buNone/>
                      </a:pPr>
                      <a:r>
                        <a:rPr lang="es-PE" sz="1800">
                          <a:solidFill>
                            <a:schemeClr val="dk1"/>
                          </a:solidFill>
                        </a:rPr>
                        <a:t>&lt;BODY&gt;</a:t>
                      </a:r>
                      <a:endParaRPr sz="1800">
                        <a:solidFill>
                          <a:schemeClr val="dk1"/>
                        </a:solidFill>
                        <a:latin typeface="Calibri"/>
                        <a:ea typeface="Calibri"/>
                        <a:cs typeface="Calibri"/>
                        <a:sym typeface="Calibri"/>
                      </a:endParaRPr>
                    </a:p>
                  </a:txBody>
                  <a:tcPr marL="19050" marR="19050" marT="19050" marB="19050" anchor="ctr">
                    <a:solidFill>
                      <a:schemeClr val="lt1"/>
                    </a:solidFill>
                  </a:tcPr>
                </a:tc>
                <a:extLst>
                  <a:ext uri="{0D108BD9-81ED-4DB2-BD59-A6C34878D82A}">
                    <a16:rowId xmlns:a16="http://schemas.microsoft.com/office/drawing/2014/main" val="10005"/>
                  </a:ext>
                </a:extLst>
              </a:tr>
              <a:tr h="314875">
                <a:tc>
                  <a:txBody>
                    <a:bodyPr/>
                    <a:lstStyle/>
                    <a:p>
                      <a:pPr marL="0" marR="0" lvl="0" indent="0" algn="l" rtl="0">
                        <a:lnSpc>
                          <a:spcPct val="107000"/>
                        </a:lnSpc>
                        <a:spcBef>
                          <a:spcPts val="0"/>
                        </a:spcBef>
                        <a:spcAft>
                          <a:spcPts val="0"/>
                        </a:spcAft>
                        <a:buNone/>
                      </a:pPr>
                      <a:r>
                        <a:rPr lang="es-PE" sz="1800">
                          <a:solidFill>
                            <a:schemeClr val="dk1"/>
                          </a:solidFill>
                        </a:rPr>
                        <a:t>&lt;H1&gt;Título 1&lt;/H1&gt;</a:t>
                      </a:r>
                      <a:endParaRPr sz="1800">
                        <a:solidFill>
                          <a:schemeClr val="dk1"/>
                        </a:solidFill>
                        <a:latin typeface="Calibri"/>
                        <a:ea typeface="Calibri"/>
                        <a:cs typeface="Calibri"/>
                        <a:sym typeface="Calibri"/>
                      </a:endParaRPr>
                    </a:p>
                  </a:txBody>
                  <a:tcPr marL="19050" marR="19050" marT="19050" marB="19050" anchor="ctr">
                    <a:solidFill>
                      <a:schemeClr val="lt1"/>
                    </a:solidFill>
                  </a:tcPr>
                </a:tc>
                <a:extLst>
                  <a:ext uri="{0D108BD9-81ED-4DB2-BD59-A6C34878D82A}">
                    <a16:rowId xmlns:a16="http://schemas.microsoft.com/office/drawing/2014/main" val="10006"/>
                  </a:ext>
                </a:extLst>
              </a:tr>
              <a:tr h="314875">
                <a:tc>
                  <a:txBody>
                    <a:bodyPr/>
                    <a:lstStyle/>
                    <a:p>
                      <a:pPr marL="0" marR="0" lvl="0" indent="0" algn="l" rtl="0">
                        <a:lnSpc>
                          <a:spcPct val="107000"/>
                        </a:lnSpc>
                        <a:spcBef>
                          <a:spcPts val="0"/>
                        </a:spcBef>
                        <a:spcAft>
                          <a:spcPts val="0"/>
                        </a:spcAft>
                        <a:buNone/>
                      </a:pPr>
                      <a:r>
                        <a:rPr lang="es-PE" sz="1800">
                          <a:solidFill>
                            <a:schemeClr val="dk1"/>
                          </a:solidFill>
                        </a:rPr>
                        <a:t>&lt;H2&gt;Título 2&lt;/H2&gt;</a:t>
                      </a:r>
                      <a:endParaRPr sz="1800">
                        <a:solidFill>
                          <a:schemeClr val="dk1"/>
                        </a:solidFill>
                        <a:latin typeface="Calibri"/>
                        <a:ea typeface="Calibri"/>
                        <a:cs typeface="Calibri"/>
                        <a:sym typeface="Calibri"/>
                      </a:endParaRPr>
                    </a:p>
                  </a:txBody>
                  <a:tcPr marL="19050" marR="19050" marT="19050" marB="19050" anchor="ctr">
                    <a:solidFill>
                      <a:schemeClr val="lt1"/>
                    </a:solidFill>
                  </a:tcPr>
                </a:tc>
                <a:extLst>
                  <a:ext uri="{0D108BD9-81ED-4DB2-BD59-A6C34878D82A}">
                    <a16:rowId xmlns:a16="http://schemas.microsoft.com/office/drawing/2014/main" val="10007"/>
                  </a:ext>
                </a:extLst>
              </a:tr>
              <a:tr h="314875">
                <a:tc>
                  <a:txBody>
                    <a:bodyPr/>
                    <a:lstStyle/>
                    <a:p>
                      <a:pPr marL="0" marR="0" lvl="0" indent="0" algn="l" rtl="0">
                        <a:lnSpc>
                          <a:spcPct val="107000"/>
                        </a:lnSpc>
                        <a:spcBef>
                          <a:spcPts val="0"/>
                        </a:spcBef>
                        <a:spcAft>
                          <a:spcPts val="0"/>
                        </a:spcAft>
                        <a:buNone/>
                      </a:pPr>
                      <a:r>
                        <a:rPr lang="es-PE" sz="1800">
                          <a:solidFill>
                            <a:schemeClr val="dk1"/>
                          </a:solidFill>
                        </a:rPr>
                        <a:t>&lt;H3&gt;Título 3&lt;/H3&gt;</a:t>
                      </a:r>
                      <a:endParaRPr sz="1800">
                        <a:solidFill>
                          <a:schemeClr val="dk1"/>
                        </a:solidFill>
                        <a:latin typeface="Calibri"/>
                        <a:ea typeface="Calibri"/>
                        <a:cs typeface="Calibri"/>
                        <a:sym typeface="Calibri"/>
                      </a:endParaRPr>
                    </a:p>
                  </a:txBody>
                  <a:tcPr marL="19050" marR="19050" marT="19050" marB="19050" anchor="ctr">
                    <a:solidFill>
                      <a:schemeClr val="lt1"/>
                    </a:solidFill>
                  </a:tcPr>
                </a:tc>
                <a:extLst>
                  <a:ext uri="{0D108BD9-81ED-4DB2-BD59-A6C34878D82A}">
                    <a16:rowId xmlns:a16="http://schemas.microsoft.com/office/drawing/2014/main" val="10008"/>
                  </a:ext>
                </a:extLst>
              </a:tr>
              <a:tr h="314875">
                <a:tc>
                  <a:txBody>
                    <a:bodyPr/>
                    <a:lstStyle/>
                    <a:p>
                      <a:pPr marL="0" marR="0" lvl="0" indent="0" algn="l" rtl="0">
                        <a:lnSpc>
                          <a:spcPct val="107000"/>
                        </a:lnSpc>
                        <a:spcBef>
                          <a:spcPts val="0"/>
                        </a:spcBef>
                        <a:spcAft>
                          <a:spcPts val="0"/>
                        </a:spcAft>
                        <a:buNone/>
                      </a:pPr>
                      <a:r>
                        <a:rPr lang="es-PE" sz="1800">
                          <a:solidFill>
                            <a:schemeClr val="dk1"/>
                          </a:solidFill>
                        </a:rPr>
                        <a:t>&lt;H4&gt;Título 4&lt;/H4&gt;</a:t>
                      </a:r>
                      <a:endParaRPr sz="1800">
                        <a:solidFill>
                          <a:schemeClr val="dk1"/>
                        </a:solidFill>
                        <a:latin typeface="Calibri"/>
                        <a:ea typeface="Calibri"/>
                        <a:cs typeface="Calibri"/>
                        <a:sym typeface="Calibri"/>
                      </a:endParaRPr>
                    </a:p>
                  </a:txBody>
                  <a:tcPr marL="19050" marR="19050" marT="19050" marB="19050" anchor="ctr">
                    <a:solidFill>
                      <a:schemeClr val="lt1"/>
                    </a:solidFill>
                  </a:tcPr>
                </a:tc>
                <a:extLst>
                  <a:ext uri="{0D108BD9-81ED-4DB2-BD59-A6C34878D82A}">
                    <a16:rowId xmlns:a16="http://schemas.microsoft.com/office/drawing/2014/main" val="10009"/>
                  </a:ext>
                </a:extLst>
              </a:tr>
              <a:tr h="314875">
                <a:tc>
                  <a:txBody>
                    <a:bodyPr/>
                    <a:lstStyle/>
                    <a:p>
                      <a:pPr marL="0" marR="0" lvl="0" indent="0" algn="l" rtl="0">
                        <a:lnSpc>
                          <a:spcPct val="107000"/>
                        </a:lnSpc>
                        <a:spcBef>
                          <a:spcPts val="0"/>
                        </a:spcBef>
                        <a:spcAft>
                          <a:spcPts val="0"/>
                        </a:spcAft>
                        <a:buNone/>
                      </a:pPr>
                      <a:r>
                        <a:rPr lang="es-PE" sz="1800">
                          <a:solidFill>
                            <a:schemeClr val="dk1"/>
                          </a:solidFill>
                        </a:rPr>
                        <a:t>&lt;H5&gt;Título 5&lt;/H5&gt;</a:t>
                      </a:r>
                      <a:endParaRPr sz="1800">
                        <a:solidFill>
                          <a:schemeClr val="dk1"/>
                        </a:solidFill>
                        <a:latin typeface="Calibri"/>
                        <a:ea typeface="Calibri"/>
                        <a:cs typeface="Calibri"/>
                        <a:sym typeface="Calibri"/>
                      </a:endParaRPr>
                    </a:p>
                  </a:txBody>
                  <a:tcPr marL="19050" marR="19050" marT="19050" marB="19050" anchor="ctr">
                    <a:solidFill>
                      <a:schemeClr val="lt1"/>
                    </a:solidFill>
                  </a:tcPr>
                </a:tc>
                <a:extLst>
                  <a:ext uri="{0D108BD9-81ED-4DB2-BD59-A6C34878D82A}">
                    <a16:rowId xmlns:a16="http://schemas.microsoft.com/office/drawing/2014/main" val="10010"/>
                  </a:ext>
                </a:extLst>
              </a:tr>
              <a:tr h="314875">
                <a:tc>
                  <a:txBody>
                    <a:bodyPr/>
                    <a:lstStyle/>
                    <a:p>
                      <a:pPr marL="0" marR="0" lvl="0" indent="0" algn="l" rtl="0">
                        <a:lnSpc>
                          <a:spcPct val="107000"/>
                        </a:lnSpc>
                        <a:spcBef>
                          <a:spcPts val="0"/>
                        </a:spcBef>
                        <a:spcAft>
                          <a:spcPts val="0"/>
                        </a:spcAft>
                        <a:buNone/>
                      </a:pPr>
                      <a:r>
                        <a:rPr lang="es-PE" sz="1800">
                          <a:solidFill>
                            <a:schemeClr val="dk1"/>
                          </a:solidFill>
                        </a:rPr>
                        <a:t>&lt;H6&gt;Título 6&lt;/H6&gt;</a:t>
                      </a:r>
                      <a:endParaRPr sz="1800">
                        <a:solidFill>
                          <a:schemeClr val="dk1"/>
                        </a:solidFill>
                        <a:latin typeface="Calibri"/>
                        <a:ea typeface="Calibri"/>
                        <a:cs typeface="Calibri"/>
                        <a:sym typeface="Calibri"/>
                      </a:endParaRPr>
                    </a:p>
                  </a:txBody>
                  <a:tcPr marL="19050" marR="19050" marT="19050" marB="19050" anchor="ctr">
                    <a:solidFill>
                      <a:schemeClr val="lt1"/>
                    </a:solidFill>
                  </a:tcPr>
                </a:tc>
                <a:extLst>
                  <a:ext uri="{0D108BD9-81ED-4DB2-BD59-A6C34878D82A}">
                    <a16:rowId xmlns:a16="http://schemas.microsoft.com/office/drawing/2014/main" val="10011"/>
                  </a:ext>
                </a:extLst>
              </a:tr>
              <a:tr h="314875">
                <a:tc>
                  <a:txBody>
                    <a:bodyPr/>
                    <a:lstStyle/>
                    <a:p>
                      <a:pPr marL="0" marR="0" lvl="0" indent="0" algn="l" rtl="0">
                        <a:lnSpc>
                          <a:spcPct val="107000"/>
                        </a:lnSpc>
                        <a:spcBef>
                          <a:spcPts val="0"/>
                        </a:spcBef>
                        <a:spcAft>
                          <a:spcPts val="0"/>
                        </a:spcAft>
                        <a:buNone/>
                      </a:pPr>
                      <a:r>
                        <a:rPr lang="es-PE" sz="1800">
                          <a:solidFill>
                            <a:schemeClr val="dk1"/>
                          </a:solidFill>
                        </a:rPr>
                        <a:t>&lt;H7&gt;Título 7 (como no existe, no supone ningún cambio)&lt;/H7&gt;</a:t>
                      </a:r>
                      <a:endParaRPr sz="1800">
                        <a:solidFill>
                          <a:schemeClr val="dk1"/>
                        </a:solidFill>
                        <a:latin typeface="Calibri"/>
                        <a:ea typeface="Calibri"/>
                        <a:cs typeface="Calibri"/>
                        <a:sym typeface="Calibri"/>
                      </a:endParaRPr>
                    </a:p>
                  </a:txBody>
                  <a:tcPr marL="19050" marR="19050" marT="19050" marB="19050" anchor="ctr">
                    <a:solidFill>
                      <a:schemeClr val="lt1"/>
                    </a:solidFill>
                  </a:tcPr>
                </a:tc>
                <a:extLst>
                  <a:ext uri="{0D108BD9-81ED-4DB2-BD59-A6C34878D82A}">
                    <a16:rowId xmlns:a16="http://schemas.microsoft.com/office/drawing/2014/main" val="10012"/>
                  </a:ext>
                </a:extLst>
              </a:tr>
              <a:tr h="314875">
                <a:tc>
                  <a:txBody>
                    <a:bodyPr/>
                    <a:lstStyle/>
                    <a:p>
                      <a:pPr marL="0" marR="0" lvl="0" indent="0" algn="l" rtl="0">
                        <a:lnSpc>
                          <a:spcPct val="107000"/>
                        </a:lnSpc>
                        <a:spcBef>
                          <a:spcPts val="0"/>
                        </a:spcBef>
                        <a:spcAft>
                          <a:spcPts val="0"/>
                        </a:spcAft>
                        <a:buNone/>
                      </a:pPr>
                      <a:r>
                        <a:rPr lang="es-PE" sz="1800">
                          <a:solidFill>
                            <a:schemeClr val="dk1"/>
                          </a:solidFill>
                        </a:rPr>
                        <a:t>&lt;P&gt;Además, los títulos pueden recibir indicaciones de alineación, como en los siguientes ejemplos&lt;/P&gt;</a:t>
                      </a:r>
                      <a:endParaRPr sz="1800">
                        <a:solidFill>
                          <a:schemeClr val="dk1"/>
                        </a:solidFill>
                        <a:latin typeface="Calibri"/>
                        <a:ea typeface="Calibri"/>
                        <a:cs typeface="Calibri"/>
                        <a:sym typeface="Calibri"/>
                      </a:endParaRPr>
                    </a:p>
                  </a:txBody>
                  <a:tcPr marL="19050" marR="19050" marT="19050" marB="19050" anchor="ctr">
                    <a:solidFill>
                      <a:schemeClr val="lt1"/>
                    </a:solidFill>
                  </a:tcPr>
                </a:tc>
                <a:extLst>
                  <a:ext uri="{0D108BD9-81ED-4DB2-BD59-A6C34878D82A}">
                    <a16:rowId xmlns:a16="http://schemas.microsoft.com/office/drawing/2014/main" val="10013"/>
                  </a:ext>
                </a:extLst>
              </a:tr>
              <a:tr h="314875">
                <a:tc>
                  <a:txBody>
                    <a:bodyPr/>
                    <a:lstStyle/>
                    <a:p>
                      <a:pPr marL="0" marR="0" lvl="0" indent="0" algn="l" rtl="0">
                        <a:lnSpc>
                          <a:spcPct val="107000"/>
                        </a:lnSpc>
                        <a:spcBef>
                          <a:spcPts val="0"/>
                        </a:spcBef>
                        <a:spcAft>
                          <a:spcPts val="0"/>
                        </a:spcAft>
                        <a:buNone/>
                      </a:pPr>
                      <a:r>
                        <a:rPr lang="es-PE" sz="1800">
                          <a:solidFill>
                            <a:schemeClr val="dk1"/>
                          </a:solidFill>
                        </a:rPr>
                        <a:t>&lt;H3 align="center"&gt;Título centrado&lt;/H3&gt;</a:t>
                      </a:r>
                      <a:endParaRPr sz="1800">
                        <a:solidFill>
                          <a:schemeClr val="dk1"/>
                        </a:solidFill>
                        <a:latin typeface="Calibri"/>
                        <a:ea typeface="Calibri"/>
                        <a:cs typeface="Calibri"/>
                        <a:sym typeface="Calibri"/>
                      </a:endParaRPr>
                    </a:p>
                  </a:txBody>
                  <a:tcPr marL="19050" marR="19050" marT="19050" marB="19050" anchor="ctr">
                    <a:solidFill>
                      <a:schemeClr val="lt1"/>
                    </a:solidFill>
                  </a:tcPr>
                </a:tc>
                <a:extLst>
                  <a:ext uri="{0D108BD9-81ED-4DB2-BD59-A6C34878D82A}">
                    <a16:rowId xmlns:a16="http://schemas.microsoft.com/office/drawing/2014/main" val="10014"/>
                  </a:ext>
                </a:extLst>
              </a:tr>
              <a:tr h="314875">
                <a:tc>
                  <a:txBody>
                    <a:bodyPr/>
                    <a:lstStyle/>
                    <a:p>
                      <a:pPr marL="0" marR="0" lvl="0" indent="0" algn="l" rtl="0">
                        <a:lnSpc>
                          <a:spcPct val="107000"/>
                        </a:lnSpc>
                        <a:spcBef>
                          <a:spcPts val="0"/>
                        </a:spcBef>
                        <a:spcAft>
                          <a:spcPts val="0"/>
                        </a:spcAft>
                        <a:buNone/>
                      </a:pPr>
                      <a:r>
                        <a:rPr lang="es-PE" sz="1800">
                          <a:solidFill>
                            <a:schemeClr val="dk1"/>
                          </a:solidFill>
                        </a:rPr>
                        <a:t>&lt;H3 align="right"&gt;Título a la derecha&lt;/H3&gt;</a:t>
                      </a:r>
                      <a:endParaRPr sz="1800">
                        <a:solidFill>
                          <a:schemeClr val="dk1"/>
                        </a:solidFill>
                        <a:latin typeface="Calibri"/>
                        <a:ea typeface="Calibri"/>
                        <a:cs typeface="Calibri"/>
                        <a:sym typeface="Calibri"/>
                      </a:endParaRPr>
                    </a:p>
                  </a:txBody>
                  <a:tcPr marL="19050" marR="19050" marT="19050" marB="19050" anchor="ctr">
                    <a:solidFill>
                      <a:schemeClr val="lt1"/>
                    </a:solidFill>
                  </a:tcPr>
                </a:tc>
                <a:extLst>
                  <a:ext uri="{0D108BD9-81ED-4DB2-BD59-A6C34878D82A}">
                    <a16:rowId xmlns:a16="http://schemas.microsoft.com/office/drawing/2014/main" val="10015"/>
                  </a:ext>
                </a:extLst>
              </a:tr>
              <a:tr h="314875">
                <a:tc>
                  <a:txBody>
                    <a:bodyPr/>
                    <a:lstStyle/>
                    <a:p>
                      <a:pPr marL="0" marR="0" lvl="0" indent="0" algn="l" rtl="0">
                        <a:lnSpc>
                          <a:spcPct val="107000"/>
                        </a:lnSpc>
                        <a:spcBef>
                          <a:spcPts val="0"/>
                        </a:spcBef>
                        <a:spcAft>
                          <a:spcPts val="0"/>
                        </a:spcAft>
                        <a:buNone/>
                      </a:pPr>
                      <a:r>
                        <a:rPr lang="es-PE" sz="1800">
                          <a:solidFill>
                            <a:schemeClr val="dk1"/>
                          </a:solidFill>
                        </a:rPr>
                        <a:t>&lt;/BODY&gt;</a:t>
                      </a:r>
                      <a:endParaRPr sz="1800">
                        <a:solidFill>
                          <a:schemeClr val="dk1"/>
                        </a:solidFill>
                        <a:latin typeface="Calibri"/>
                        <a:ea typeface="Calibri"/>
                        <a:cs typeface="Calibri"/>
                        <a:sym typeface="Calibri"/>
                      </a:endParaRPr>
                    </a:p>
                  </a:txBody>
                  <a:tcPr marL="19050" marR="19050" marT="19050" marB="19050" anchor="ctr">
                    <a:solidFill>
                      <a:schemeClr val="lt1"/>
                    </a:solidFill>
                  </a:tcPr>
                </a:tc>
                <a:extLst>
                  <a:ext uri="{0D108BD9-81ED-4DB2-BD59-A6C34878D82A}">
                    <a16:rowId xmlns:a16="http://schemas.microsoft.com/office/drawing/2014/main" val="10016"/>
                  </a:ext>
                </a:extLst>
              </a:tr>
              <a:tr h="314875">
                <a:tc>
                  <a:txBody>
                    <a:bodyPr/>
                    <a:lstStyle/>
                    <a:p>
                      <a:pPr marL="0" marR="0" lvl="0" indent="0" algn="l" rtl="0">
                        <a:lnSpc>
                          <a:spcPct val="107000"/>
                        </a:lnSpc>
                        <a:spcBef>
                          <a:spcPts val="0"/>
                        </a:spcBef>
                        <a:spcAft>
                          <a:spcPts val="0"/>
                        </a:spcAft>
                        <a:buNone/>
                      </a:pPr>
                      <a:r>
                        <a:rPr lang="es-PE" sz="1800">
                          <a:solidFill>
                            <a:schemeClr val="dk1"/>
                          </a:solidFill>
                        </a:rPr>
                        <a:t>&lt;/HTML&gt;</a:t>
                      </a:r>
                      <a:endParaRPr sz="1800">
                        <a:solidFill>
                          <a:schemeClr val="dk1"/>
                        </a:solidFill>
                        <a:latin typeface="Calibri"/>
                        <a:ea typeface="Calibri"/>
                        <a:cs typeface="Calibri"/>
                        <a:sym typeface="Calibri"/>
                      </a:endParaRPr>
                    </a:p>
                  </a:txBody>
                  <a:tcPr marL="19050" marR="19050" marT="19050" marB="19050" anchor="ctr">
                    <a:solidFill>
                      <a:schemeClr val="lt1"/>
                    </a:solidFill>
                  </a:tcPr>
                </a:tc>
                <a:extLst>
                  <a:ext uri="{0D108BD9-81ED-4DB2-BD59-A6C34878D82A}">
                    <a16:rowId xmlns:a16="http://schemas.microsoft.com/office/drawing/2014/main" val="10017"/>
                  </a:ext>
                </a:extLst>
              </a:tr>
              <a:tr h="314875">
                <a:tc>
                  <a:txBody>
                    <a:bodyPr/>
                    <a:lstStyle/>
                    <a:p>
                      <a:pPr marL="0" marR="0" lvl="0" indent="0" algn="ctr" rtl="0">
                        <a:lnSpc>
                          <a:spcPct val="107000"/>
                        </a:lnSpc>
                        <a:spcBef>
                          <a:spcPts val="0"/>
                        </a:spcBef>
                        <a:spcAft>
                          <a:spcPts val="0"/>
                        </a:spcAft>
                        <a:buNone/>
                      </a:pPr>
                      <a:endParaRPr sz="1100">
                        <a:solidFill>
                          <a:schemeClr val="dk1"/>
                        </a:solidFill>
                        <a:latin typeface="Calibri"/>
                        <a:ea typeface="Calibri"/>
                        <a:cs typeface="Calibri"/>
                        <a:sym typeface="Calibri"/>
                      </a:endParaRPr>
                    </a:p>
                  </a:txBody>
                  <a:tcPr marL="19050" marR="19050" marT="19050" marB="19050" anchor="ctr">
                    <a:solidFill>
                      <a:schemeClr val="lt1"/>
                    </a:solidFill>
                  </a:tcPr>
                </a:tc>
                <a:extLst>
                  <a:ext uri="{0D108BD9-81ED-4DB2-BD59-A6C34878D82A}">
                    <a16:rowId xmlns:a16="http://schemas.microsoft.com/office/drawing/2014/main" val="10018"/>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49"/>
          <p:cNvSpPr txBox="1">
            <a:spLocks noGrp="1"/>
          </p:cNvSpPr>
          <p:nvPr>
            <p:ph type="title"/>
          </p:nvPr>
        </p:nvSpPr>
        <p:spPr>
          <a:xfrm>
            <a:off x="838200" y="359923"/>
            <a:ext cx="10515600" cy="1330765"/>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chemeClr val="accent1"/>
              </a:buClr>
              <a:buSzPct val="100000"/>
              <a:buFont typeface="Trebuchet MS"/>
              <a:buNone/>
            </a:pPr>
            <a:br>
              <a:rPr lang="es-PE"/>
            </a:br>
            <a:br>
              <a:rPr lang="es-PE"/>
            </a:br>
            <a:br>
              <a:rPr lang="es-PE"/>
            </a:br>
            <a:br>
              <a:rPr lang="es-PE"/>
            </a:br>
            <a:br>
              <a:rPr lang="es-PE"/>
            </a:br>
            <a:br>
              <a:rPr lang="es-PE"/>
            </a:br>
            <a:br>
              <a:rPr lang="es-PE"/>
            </a:br>
            <a:br>
              <a:rPr lang="es-PE"/>
            </a:br>
            <a:br>
              <a:rPr lang="es-PE"/>
            </a:br>
            <a:r>
              <a:rPr lang="es-PE" sz="3600" b="1"/>
              <a:t>&lt;html&gt;</a:t>
            </a:r>
            <a:br>
              <a:rPr lang="es-PE" sz="3600"/>
            </a:br>
            <a:r>
              <a:rPr lang="es-PE" sz="3600"/>
              <a:t>&lt;head&gt;</a:t>
            </a:r>
            <a:br>
              <a:rPr lang="es-PE" sz="3600"/>
            </a:br>
            <a:r>
              <a:rPr lang="es-PE" sz="3600"/>
              <a:t>&lt;title&gt;wellcome TPD                                &lt;/title&gt;</a:t>
            </a:r>
            <a:br>
              <a:rPr lang="es-PE" sz="3600"/>
            </a:br>
            <a:r>
              <a:rPr lang="es-PE" sz="3600"/>
              <a:t>&lt;/head&gt;</a:t>
            </a:r>
            <a:br>
              <a:rPr lang="es-PE" sz="3600"/>
            </a:br>
            <a:r>
              <a:rPr lang="es-PE" sz="3600"/>
              <a:t>&lt;body&gt;</a:t>
            </a:r>
            <a:br>
              <a:rPr lang="es-PE" sz="3600"/>
            </a:br>
            <a:r>
              <a:rPr lang="es-PE" sz="3600"/>
              <a:t>  &lt;h1&gt;</a:t>
            </a:r>
            <a:br>
              <a:rPr lang="es-PE" sz="3600"/>
            </a:br>
            <a:r>
              <a:rPr lang="es-PE" sz="3600"/>
              <a:t>                             sistemas académicos       &lt;/h1 &gt;</a:t>
            </a:r>
            <a:br>
              <a:rPr lang="es-PE" sz="3600"/>
            </a:br>
            <a:r>
              <a:rPr lang="es-PE" sz="3600"/>
              <a:t>&lt;h2&gt;  computación e informática                &lt;/h2&gt;</a:t>
            </a:r>
            <a:br>
              <a:rPr lang="es-PE" sz="3600"/>
            </a:br>
            <a:r>
              <a:rPr lang="es-PE" sz="3600"/>
              <a:t>&lt;font   size=20&gt;   alumnos  IV semestre de TPD &lt;/font&gt;</a:t>
            </a:r>
            <a:br>
              <a:rPr lang="es-PE" sz="3600"/>
            </a:br>
            <a:r>
              <a:rPr lang="es-PE" sz="3600"/>
              <a:t>&lt;/body&gt;</a:t>
            </a:r>
            <a:br>
              <a:rPr lang="es-PE" sz="3600"/>
            </a:br>
            <a:r>
              <a:rPr lang="es-PE" sz="3600" b="1"/>
              <a:t>&lt;/html&gt;</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50"/>
          <p:cNvSpPr txBox="1">
            <a:spLocks noGrp="1"/>
          </p:cNvSpPr>
          <p:nvPr>
            <p:ph type="title"/>
          </p:nvPr>
        </p:nvSpPr>
        <p:spPr>
          <a:xfrm>
            <a:off x="838200" y="18256"/>
            <a:ext cx="10515600" cy="983694"/>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s-PE"/>
              <a:t>Acentuación html</a:t>
            </a:r>
            <a:endParaRPr/>
          </a:p>
        </p:txBody>
      </p:sp>
      <p:sp>
        <p:nvSpPr>
          <p:cNvPr id="329" name="Google Shape;329;p50"/>
          <p:cNvSpPr txBox="1">
            <a:spLocks noGrp="1"/>
          </p:cNvSpPr>
          <p:nvPr>
            <p:ph type="body" idx="1"/>
          </p:nvPr>
        </p:nvSpPr>
        <p:spPr>
          <a:xfrm>
            <a:off x="838200" y="726398"/>
            <a:ext cx="10515600" cy="6248333"/>
          </a:xfrm>
          <a:prstGeom prst="rect">
            <a:avLst/>
          </a:prstGeom>
          <a:noFill/>
          <a:ln>
            <a:noFill/>
          </a:ln>
        </p:spPr>
        <p:txBody>
          <a:bodyPr spcFirstLastPara="1" wrap="square" lIns="91425" tIns="45700" rIns="91425" bIns="45700" anchor="t" anchorCtr="0">
            <a:normAutofit/>
          </a:bodyPr>
          <a:lstStyle/>
          <a:p>
            <a:pPr marL="457200" lvl="1" indent="0" algn="l" rtl="0">
              <a:spcBef>
                <a:spcPts val="0"/>
              </a:spcBef>
              <a:spcAft>
                <a:spcPts val="0"/>
              </a:spcAft>
              <a:buSzPts val="1280"/>
              <a:buNone/>
            </a:pPr>
            <a:r>
              <a:rPr lang="es-PE"/>
              <a:t> </a:t>
            </a:r>
            <a:endParaRPr sz="2000"/>
          </a:p>
          <a:p>
            <a:pPr marL="342900" lvl="0" indent="-342900" algn="l" rtl="0">
              <a:spcBef>
                <a:spcPts val="1000"/>
              </a:spcBef>
              <a:spcAft>
                <a:spcPts val="0"/>
              </a:spcAft>
              <a:buSzPts val="1440"/>
              <a:buChar char="►"/>
            </a:pPr>
            <a:r>
              <a:rPr lang="es-PE"/>
              <a:t>á          &amp;aacute;                            é          &amp;eacute;</a:t>
            </a:r>
            <a:br>
              <a:rPr lang="es-PE"/>
            </a:br>
            <a:r>
              <a:rPr lang="es-PE"/>
              <a:t>í           &amp;iacute;                             ó         &amp;oacute;</a:t>
            </a:r>
            <a:br>
              <a:rPr lang="es-PE"/>
            </a:br>
            <a:r>
              <a:rPr lang="es-PE"/>
              <a:t>ú         &amp;uacute;                             ñ          &amp;ntilde;</a:t>
            </a:r>
            <a:endParaRPr sz="3600"/>
          </a:p>
          <a:p>
            <a:pPr marL="0" lvl="0" indent="0" algn="l" rtl="0">
              <a:spcBef>
                <a:spcPts val="1000"/>
              </a:spcBef>
              <a:spcAft>
                <a:spcPts val="0"/>
              </a:spcAft>
              <a:buSzPts val="1440"/>
              <a:buNone/>
            </a:pPr>
            <a:r>
              <a:rPr lang="es-PE"/>
              <a:t>&lt;br&gt; salto de línea</a:t>
            </a:r>
            <a:endParaRPr/>
          </a:p>
          <a:p>
            <a:pPr marL="0" lvl="0" indent="0" algn="l" rtl="0">
              <a:spcBef>
                <a:spcPts val="1000"/>
              </a:spcBef>
              <a:spcAft>
                <a:spcPts val="0"/>
              </a:spcAft>
              <a:buSzPts val="1440"/>
              <a:buNone/>
            </a:pPr>
            <a:endParaRPr/>
          </a:p>
          <a:p>
            <a:pPr marL="0" lvl="0" indent="0" algn="l" rtl="0">
              <a:spcBef>
                <a:spcPts val="1000"/>
              </a:spcBef>
              <a:spcAft>
                <a:spcPts val="0"/>
              </a:spcAft>
              <a:buSzPts val="1440"/>
              <a:buNone/>
            </a:pPr>
            <a:r>
              <a:rPr lang="es-PE" u="sng"/>
              <a:t>Alineamiento </a:t>
            </a:r>
            <a:endParaRPr/>
          </a:p>
          <a:p>
            <a:pPr marL="0" lvl="0" indent="0" algn="l" rtl="0">
              <a:spcBef>
                <a:spcPts val="1000"/>
              </a:spcBef>
              <a:spcAft>
                <a:spcPts val="0"/>
              </a:spcAft>
              <a:buSzPts val="1440"/>
              <a:buNone/>
            </a:pPr>
            <a:endParaRPr/>
          </a:p>
          <a:p>
            <a:pPr marL="0" lvl="0" indent="0" algn="l" rtl="0">
              <a:spcBef>
                <a:spcPts val="1000"/>
              </a:spcBef>
              <a:spcAft>
                <a:spcPts val="0"/>
              </a:spcAft>
              <a:buSzPts val="1440"/>
              <a:buNone/>
            </a:pPr>
            <a:r>
              <a:rPr lang="es-PE"/>
              <a:t> izquierda :&lt;left&gt;…..&lt;/left&gt;                 derecha  : &lt;right&gt;…&lt;right&gt;</a:t>
            </a:r>
            <a:endParaRPr/>
          </a:p>
          <a:p>
            <a:pPr marL="0" lvl="0" indent="0" algn="l" rtl="0">
              <a:spcBef>
                <a:spcPts val="1000"/>
              </a:spcBef>
              <a:spcAft>
                <a:spcPts val="0"/>
              </a:spcAft>
              <a:buSzPts val="1440"/>
              <a:buNone/>
            </a:pPr>
            <a:r>
              <a:rPr lang="es-PE"/>
              <a:t>  centro     : &lt;center&gt;  … &lt;/center&gt;     justificado : &lt;justify&gt; …&lt;/justify&gt;</a:t>
            </a:r>
            <a:endParaRPr/>
          </a:p>
          <a:p>
            <a:pPr marL="0" lvl="0" indent="0" algn="l" rtl="0">
              <a:spcBef>
                <a:spcPts val="1000"/>
              </a:spcBef>
              <a:spcAft>
                <a:spcPts val="0"/>
              </a:spcAft>
              <a:buSzPts val="1440"/>
              <a:buNone/>
            </a:pP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51"/>
          <p:cNvSpPr txBox="1">
            <a:spLocks noGrp="1"/>
          </p:cNvSpPr>
          <p:nvPr>
            <p:ph type="title"/>
          </p:nvPr>
        </p:nvSpPr>
        <p:spPr>
          <a:xfrm>
            <a:off x="838200" y="365126"/>
            <a:ext cx="10515600" cy="850832"/>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chemeClr val="accent1"/>
              </a:buClr>
              <a:buSzPct val="100000"/>
              <a:buFont typeface="Trebuchet MS"/>
              <a:buNone/>
            </a:pPr>
            <a:br>
              <a:rPr lang="es-PE" sz="2800"/>
            </a:br>
            <a:r>
              <a:rPr lang="es-PE" sz="2800"/>
              <a:t>Ejemplo :</a:t>
            </a:r>
            <a:endParaRPr sz="2800"/>
          </a:p>
        </p:txBody>
      </p:sp>
      <p:pic>
        <p:nvPicPr>
          <p:cNvPr id="335" name="Google Shape;335;p51"/>
          <p:cNvPicPr preferRelativeResize="0">
            <a:picLocks noGrp="1"/>
          </p:cNvPicPr>
          <p:nvPr>
            <p:ph type="body" idx="1"/>
          </p:nvPr>
        </p:nvPicPr>
        <p:blipFill rotWithShape="1">
          <a:blip r:embed="rId3">
            <a:alphaModFix/>
          </a:blip>
          <a:srcRect/>
          <a:stretch/>
        </p:blipFill>
        <p:spPr>
          <a:xfrm>
            <a:off x="1348150" y="1332691"/>
            <a:ext cx="8826981" cy="4688732"/>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52"/>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s-PE"/>
              <a:t>resultado</a:t>
            </a:r>
            <a:endParaRPr/>
          </a:p>
        </p:txBody>
      </p:sp>
      <p:pic>
        <p:nvPicPr>
          <p:cNvPr id="341" name="Google Shape;341;p52"/>
          <p:cNvPicPr preferRelativeResize="0">
            <a:picLocks noGrp="1"/>
          </p:cNvPicPr>
          <p:nvPr>
            <p:ph type="body" idx="1"/>
          </p:nvPr>
        </p:nvPicPr>
        <p:blipFill rotWithShape="1">
          <a:blip r:embed="rId3">
            <a:alphaModFix/>
          </a:blip>
          <a:srcRect/>
          <a:stretch/>
        </p:blipFill>
        <p:spPr>
          <a:xfrm>
            <a:off x="1625028" y="1407336"/>
            <a:ext cx="8297333" cy="46672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53"/>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s-PE"/>
              <a:t>ETIQUETAS FORMATO  CARACTERES</a:t>
            </a:r>
            <a:endParaRPr/>
          </a:p>
        </p:txBody>
      </p:sp>
      <p:graphicFrame>
        <p:nvGraphicFramePr>
          <p:cNvPr id="347" name="Google Shape;347;p53"/>
          <p:cNvGraphicFramePr/>
          <p:nvPr/>
        </p:nvGraphicFramePr>
        <p:xfrm>
          <a:off x="974387" y="1974715"/>
          <a:ext cx="3000000" cy="3000000"/>
        </p:xfrm>
        <a:graphic>
          <a:graphicData uri="http://schemas.openxmlformats.org/drawingml/2006/table">
            <a:tbl>
              <a:tblPr firstRow="1" firstCol="1" bandRow="1">
                <a:noFill/>
                <a:tableStyleId>{AA9E3A58-F966-473C-AD10-942D5133C1C9}</a:tableStyleId>
              </a:tblPr>
              <a:tblGrid>
                <a:gridCol w="4405825">
                  <a:extLst>
                    <a:ext uri="{9D8B030D-6E8A-4147-A177-3AD203B41FA5}">
                      <a16:colId xmlns:a16="http://schemas.microsoft.com/office/drawing/2014/main" val="20000"/>
                    </a:ext>
                  </a:extLst>
                </a:gridCol>
                <a:gridCol w="4405825">
                  <a:extLst>
                    <a:ext uri="{9D8B030D-6E8A-4147-A177-3AD203B41FA5}">
                      <a16:colId xmlns:a16="http://schemas.microsoft.com/office/drawing/2014/main" val="20001"/>
                    </a:ext>
                  </a:extLst>
                </a:gridCol>
              </a:tblGrid>
              <a:tr h="333975">
                <a:tc>
                  <a:txBody>
                    <a:bodyPr/>
                    <a:lstStyle/>
                    <a:p>
                      <a:pPr marL="0" marR="0" lvl="0" indent="0" algn="l" rtl="0">
                        <a:lnSpc>
                          <a:spcPct val="107000"/>
                        </a:lnSpc>
                        <a:spcBef>
                          <a:spcPts val="0"/>
                        </a:spcBef>
                        <a:spcAft>
                          <a:spcPts val="0"/>
                        </a:spcAft>
                        <a:buNone/>
                      </a:pPr>
                      <a:r>
                        <a:rPr lang="es-PE" sz="3200">
                          <a:solidFill>
                            <a:schemeClr val="dk1"/>
                          </a:solidFill>
                        </a:rPr>
                        <a:t>Código</a:t>
                      </a:r>
                      <a:endParaRPr sz="3200">
                        <a:solidFill>
                          <a:schemeClr val="dk1"/>
                        </a:solidFill>
                        <a:latin typeface="Calibri"/>
                        <a:ea typeface="Calibri"/>
                        <a:cs typeface="Calibri"/>
                        <a:sym typeface="Calibri"/>
                      </a:endParaRPr>
                    </a:p>
                  </a:txBody>
                  <a:tcPr marL="19050" marR="19050" marT="19050" marB="19050" anchor="ctr">
                    <a:solidFill>
                      <a:schemeClr val="lt1"/>
                    </a:solidFill>
                  </a:tcPr>
                </a:tc>
                <a:tc>
                  <a:txBody>
                    <a:bodyPr/>
                    <a:lstStyle/>
                    <a:p>
                      <a:pPr marL="0" marR="0" lvl="0" indent="0" algn="l" rtl="0">
                        <a:lnSpc>
                          <a:spcPct val="107000"/>
                        </a:lnSpc>
                        <a:spcBef>
                          <a:spcPts val="0"/>
                        </a:spcBef>
                        <a:spcAft>
                          <a:spcPts val="0"/>
                        </a:spcAft>
                        <a:buNone/>
                      </a:pPr>
                      <a:r>
                        <a:rPr lang="es-PE" sz="3200">
                          <a:solidFill>
                            <a:schemeClr val="dk1"/>
                          </a:solidFill>
                        </a:rPr>
                        <a:t>Función</a:t>
                      </a:r>
                      <a:endParaRPr sz="3200">
                        <a:solidFill>
                          <a:schemeClr val="dk1"/>
                        </a:solidFill>
                        <a:latin typeface="Calibri"/>
                        <a:ea typeface="Calibri"/>
                        <a:cs typeface="Calibri"/>
                        <a:sym typeface="Calibri"/>
                      </a:endParaRPr>
                    </a:p>
                  </a:txBody>
                  <a:tcPr marL="19050" marR="19050" marT="19050" marB="19050" anchor="ctr">
                    <a:solidFill>
                      <a:schemeClr val="lt1"/>
                    </a:solidFill>
                  </a:tcPr>
                </a:tc>
                <a:extLst>
                  <a:ext uri="{0D108BD9-81ED-4DB2-BD59-A6C34878D82A}">
                    <a16:rowId xmlns:a16="http://schemas.microsoft.com/office/drawing/2014/main" val="10000"/>
                  </a:ext>
                </a:extLst>
              </a:tr>
              <a:tr h="333975">
                <a:tc>
                  <a:txBody>
                    <a:bodyPr/>
                    <a:lstStyle/>
                    <a:p>
                      <a:pPr marL="0" marR="0" lvl="0" indent="0" algn="l" rtl="0">
                        <a:lnSpc>
                          <a:spcPct val="107000"/>
                        </a:lnSpc>
                        <a:spcBef>
                          <a:spcPts val="0"/>
                        </a:spcBef>
                        <a:spcAft>
                          <a:spcPts val="0"/>
                        </a:spcAft>
                        <a:buNone/>
                      </a:pPr>
                      <a:r>
                        <a:rPr lang="es-PE" sz="3200">
                          <a:solidFill>
                            <a:schemeClr val="dk1"/>
                          </a:solidFill>
                        </a:rPr>
                        <a:t>&lt;B&gt;...&lt;/B&gt;</a:t>
                      </a:r>
                      <a:endParaRPr sz="3200">
                        <a:solidFill>
                          <a:schemeClr val="dk1"/>
                        </a:solidFill>
                        <a:latin typeface="Calibri"/>
                        <a:ea typeface="Calibri"/>
                        <a:cs typeface="Calibri"/>
                        <a:sym typeface="Calibri"/>
                      </a:endParaRPr>
                    </a:p>
                  </a:txBody>
                  <a:tcPr marL="19050" marR="19050" marT="19050" marB="19050" anchor="ctr">
                    <a:solidFill>
                      <a:schemeClr val="lt1"/>
                    </a:solidFill>
                  </a:tcPr>
                </a:tc>
                <a:tc>
                  <a:txBody>
                    <a:bodyPr/>
                    <a:lstStyle/>
                    <a:p>
                      <a:pPr marL="0" marR="0" lvl="0" indent="0" algn="l" rtl="0">
                        <a:lnSpc>
                          <a:spcPct val="107000"/>
                        </a:lnSpc>
                        <a:spcBef>
                          <a:spcPts val="0"/>
                        </a:spcBef>
                        <a:spcAft>
                          <a:spcPts val="0"/>
                        </a:spcAft>
                        <a:buNone/>
                      </a:pPr>
                      <a:r>
                        <a:rPr lang="es-PE" sz="3200">
                          <a:solidFill>
                            <a:schemeClr val="dk1"/>
                          </a:solidFill>
                        </a:rPr>
                        <a:t>Negrita</a:t>
                      </a:r>
                      <a:endParaRPr sz="3200">
                        <a:solidFill>
                          <a:schemeClr val="dk1"/>
                        </a:solidFill>
                        <a:latin typeface="Calibri"/>
                        <a:ea typeface="Calibri"/>
                        <a:cs typeface="Calibri"/>
                        <a:sym typeface="Calibri"/>
                      </a:endParaRPr>
                    </a:p>
                  </a:txBody>
                  <a:tcPr marL="19050" marR="19050" marT="19050" marB="19050" anchor="ctr">
                    <a:solidFill>
                      <a:schemeClr val="lt1"/>
                    </a:solidFill>
                  </a:tcPr>
                </a:tc>
                <a:extLst>
                  <a:ext uri="{0D108BD9-81ED-4DB2-BD59-A6C34878D82A}">
                    <a16:rowId xmlns:a16="http://schemas.microsoft.com/office/drawing/2014/main" val="10001"/>
                  </a:ext>
                </a:extLst>
              </a:tr>
              <a:tr h="333975">
                <a:tc>
                  <a:txBody>
                    <a:bodyPr/>
                    <a:lstStyle/>
                    <a:p>
                      <a:pPr marL="0" marR="0" lvl="0" indent="0" algn="l" rtl="0">
                        <a:lnSpc>
                          <a:spcPct val="107000"/>
                        </a:lnSpc>
                        <a:spcBef>
                          <a:spcPts val="0"/>
                        </a:spcBef>
                        <a:spcAft>
                          <a:spcPts val="0"/>
                        </a:spcAft>
                        <a:buNone/>
                      </a:pPr>
                      <a:r>
                        <a:rPr lang="es-PE" sz="3200">
                          <a:solidFill>
                            <a:schemeClr val="dk1"/>
                          </a:solidFill>
                        </a:rPr>
                        <a:t>&lt;I&gt;...&lt;/I&gt;</a:t>
                      </a:r>
                      <a:endParaRPr sz="3200">
                        <a:solidFill>
                          <a:schemeClr val="dk1"/>
                        </a:solidFill>
                        <a:latin typeface="Calibri"/>
                        <a:ea typeface="Calibri"/>
                        <a:cs typeface="Calibri"/>
                        <a:sym typeface="Calibri"/>
                      </a:endParaRPr>
                    </a:p>
                  </a:txBody>
                  <a:tcPr marL="19050" marR="19050" marT="19050" marB="19050" anchor="ctr">
                    <a:solidFill>
                      <a:schemeClr val="lt1"/>
                    </a:solidFill>
                  </a:tcPr>
                </a:tc>
                <a:tc>
                  <a:txBody>
                    <a:bodyPr/>
                    <a:lstStyle/>
                    <a:p>
                      <a:pPr marL="0" marR="0" lvl="0" indent="0" algn="l" rtl="0">
                        <a:lnSpc>
                          <a:spcPct val="107000"/>
                        </a:lnSpc>
                        <a:spcBef>
                          <a:spcPts val="0"/>
                        </a:spcBef>
                        <a:spcAft>
                          <a:spcPts val="0"/>
                        </a:spcAft>
                        <a:buNone/>
                      </a:pPr>
                      <a:r>
                        <a:rPr lang="es-PE" sz="3200">
                          <a:solidFill>
                            <a:schemeClr val="dk1"/>
                          </a:solidFill>
                        </a:rPr>
                        <a:t>Cursiva</a:t>
                      </a:r>
                      <a:endParaRPr sz="3200">
                        <a:solidFill>
                          <a:schemeClr val="dk1"/>
                        </a:solidFill>
                        <a:latin typeface="Calibri"/>
                        <a:ea typeface="Calibri"/>
                        <a:cs typeface="Calibri"/>
                        <a:sym typeface="Calibri"/>
                      </a:endParaRPr>
                    </a:p>
                  </a:txBody>
                  <a:tcPr marL="19050" marR="19050" marT="19050" marB="19050" anchor="ctr">
                    <a:solidFill>
                      <a:schemeClr val="lt1"/>
                    </a:solidFill>
                  </a:tcPr>
                </a:tc>
                <a:extLst>
                  <a:ext uri="{0D108BD9-81ED-4DB2-BD59-A6C34878D82A}">
                    <a16:rowId xmlns:a16="http://schemas.microsoft.com/office/drawing/2014/main" val="10002"/>
                  </a:ext>
                </a:extLst>
              </a:tr>
              <a:tr h="333975">
                <a:tc>
                  <a:txBody>
                    <a:bodyPr/>
                    <a:lstStyle/>
                    <a:p>
                      <a:pPr marL="0" marR="0" lvl="0" indent="0" algn="l" rtl="0">
                        <a:lnSpc>
                          <a:spcPct val="107000"/>
                        </a:lnSpc>
                        <a:spcBef>
                          <a:spcPts val="0"/>
                        </a:spcBef>
                        <a:spcAft>
                          <a:spcPts val="0"/>
                        </a:spcAft>
                        <a:buNone/>
                      </a:pPr>
                      <a:r>
                        <a:rPr lang="es-PE" sz="3200">
                          <a:solidFill>
                            <a:schemeClr val="dk1"/>
                          </a:solidFill>
                        </a:rPr>
                        <a:t>&lt;U&gt;...&lt;/U&gt;</a:t>
                      </a:r>
                      <a:endParaRPr sz="3200">
                        <a:solidFill>
                          <a:schemeClr val="dk1"/>
                        </a:solidFill>
                        <a:latin typeface="Calibri"/>
                        <a:ea typeface="Calibri"/>
                        <a:cs typeface="Calibri"/>
                        <a:sym typeface="Calibri"/>
                      </a:endParaRPr>
                    </a:p>
                  </a:txBody>
                  <a:tcPr marL="19050" marR="19050" marT="19050" marB="19050" anchor="ctr">
                    <a:solidFill>
                      <a:schemeClr val="lt1"/>
                    </a:solidFill>
                  </a:tcPr>
                </a:tc>
                <a:tc>
                  <a:txBody>
                    <a:bodyPr/>
                    <a:lstStyle/>
                    <a:p>
                      <a:pPr marL="0" marR="0" lvl="0" indent="0" algn="l" rtl="0">
                        <a:lnSpc>
                          <a:spcPct val="107000"/>
                        </a:lnSpc>
                        <a:spcBef>
                          <a:spcPts val="0"/>
                        </a:spcBef>
                        <a:spcAft>
                          <a:spcPts val="0"/>
                        </a:spcAft>
                        <a:buNone/>
                      </a:pPr>
                      <a:r>
                        <a:rPr lang="es-PE" sz="3200">
                          <a:solidFill>
                            <a:schemeClr val="dk1"/>
                          </a:solidFill>
                        </a:rPr>
                        <a:t>Subrayado</a:t>
                      </a:r>
                      <a:endParaRPr sz="3200">
                        <a:solidFill>
                          <a:schemeClr val="dk1"/>
                        </a:solidFill>
                        <a:latin typeface="Calibri"/>
                        <a:ea typeface="Calibri"/>
                        <a:cs typeface="Calibri"/>
                        <a:sym typeface="Calibri"/>
                      </a:endParaRPr>
                    </a:p>
                  </a:txBody>
                  <a:tcPr marL="19050" marR="19050" marT="19050" marB="19050" anchor="ctr">
                    <a:solidFill>
                      <a:schemeClr val="lt1"/>
                    </a:solidFill>
                  </a:tcPr>
                </a:tc>
                <a:extLst>
                  <a:ext uri="{0D108BD9-81ED-4DB2-BD59-A6C34878D82A}">
                    <a16:rowId xmlns:a16="http://schemas.microsoft.com/office/drawing/2014/main" val="10003"/>
                  </a:ext>
                </a:extLst>
              </a:tr>
              <a:tr h="333975">
                <a:tc>
                  <a:txBody>
                    <a:bodyPr/>
                    <a:lstStyle/>
                    <a:p>
                      <a:pPr marL="0" marR="0" lvl="0" indent="0" algn="l" rtl="0">
                        <a:lnSpc>
                          <a:spcPct val="107000"/>
                        </a:lnSpc>
                        <a:spcBef>
                          <a:spcPts val="0"/>
                        </a:spcBef>
                        <a:spcAft>
                          <a:spcPts val="0"/>
                        </a:spcAft>
                        <a:buNone/>
                      </a:pPr>
                      <a:r>
                        <a:rPr lang="es-PE" sz="3200">
                          <a:solidFill>
                            <a:schemeClr val="dk1"/>
                          </a:solidFill>
                        </a:rPr>
                        <a:t>&lt;SUB&gt;...&lt;/SUB&gt;</a:t>
                      </a:r>
                      <a:endParaRPr sz="3200">
                        <a:solidFill>
                          <a:schemeClr val="dk1"/>
                        </a:solidFill>
                        <a:latin typeface="Calibri"/>
                        <a:ea typeface="Calibri"/>
                        <a:cs typeface="Calibri"/>
                        <a:sym typeface="Calibri"/>
                      </a:endParaRPr>
                    </a:p>
                  </a:txBody>
                  <a:tcPr marL="19050" marR="19050" marT="19050" marB="19050" anchor="ctr">
                    <a:solidFill>
                      <a:schemeClr val="lt1"/>
                    </a:solidFill>
                  </a:tcPr>
                </a:tc>
                <a:tc>
                  <a:txBody>
                    <a:bodyPr/>
                    <a:lstStyle/>
                    <a:p>
                      <a:pPr marL="0" marR="0" lvl="0" indent="0" algn="l" rtl="0">
                        <a:lnSpc>
                          <a:spcPct val="107000"/>
                        </a:lnSpc>
                        <a:spcBef>
                          <a:spcPts val="0"/>
                        </a:spcBef>
                        <a:spcAft>
                          <a:spcPts val="0"/>
                        </a:spcAft>
                        <a:buNone/>
                      </a:pPr>
                      <a:r>
                        <a:rPr lang="es-PE" sz="3200">
                          <a:solidFill>
                            <a:schemeClr val="dk1"/>
                          </a:solidFill>
                        </a:rPr>
                        <a:t>Subíndice</a:t>
                      </a:r>
                      <a:endParaRPr sz="3200">
                        <a:solidFill>
                          <a:schemeClr val="dk1"/>
                        </a:solidFill>
                        <a:latin typeface="Calibri"/>
                        <a:ea typeface="Calibri"/>
                        <a:cs typeface="Calibri"/>
                        <a:sym typeface="Calibri"/>
                      </a:endParaRPr>
                    </a:p>
                  </a:txBody>
                  <a:tcPr marL="19050" marR="19050" marT="19050" marB="19050" anchor="ctr">
                    <a:solidFill>
                      <a:schemeClr val="lt1"/>
                    </a:solidFill>
                  </a:tcPr>
                </a:tc>
                <a:extLst>
                  <a:ext uri="{0D108BD9-81ED-4DB2-BD59-A6C34878D82A}">
                    <a16:rowId xmlns:a16="http://schemas.microsoft.com/office/drawing/2014/main" val="10004"/>
                  </a:ext>
                </a:extLst>
              </a:tr>
              <a:tr h="333975">
                <a:tc>
                  <a:txBody>
                    <a:bodyPr/>
                    <a:lstStyle/>
                    <a:p>
                      <a:pPr marL="0" marR="0" lvl="0" indent="0" algn="l" rtl="0">
                        <a:lnSpc>
                          <a:spcPct val="107000"/>
                        </a:lnSpc>
                        <a:spcBef>
                          <a:spcPts val="0"/>
                        </a:spcBef>
                        <a:spcAft>
                          <a:spcPts val="0"/>
                        </a:spcAft>
                        <a:buNone/>
                      </a:pPr>
                      <a:r>
                        <a:rPr lang="es-PE" sz="3200">
                          <a:solidFill>
                            <a:schemeClr val="dk1"/>
                          </a:solidFill>
                        </a:rPr>
                        <a:t>&lt;SUP&gt;...&lt;/SUP&gt;  </a:t>
                      </a:r>
                      <a:endParaRPr sz="3200">
                        <a:solidFill>
                          <a:schemeClr val="dk1"/>
                        </a:solidFill>
                        <a:latin typeface="Calibri"/>
                        <a:ea typeface="Calibri"/>
                        <a:cs typeface="Calibri"/>
                        <a:sym typeface="Calibri"/>
                      </a:endParaRPr>
                    </a:p>
                  </a:txBody>
                  <a:tcPr marL="19050" marR="19050" marT="19050" marB="19050" anchor="ctr">
                    <a:solidFill>
                      <a:schemeClr val="lt1"/>
                    </a:solidFill>
                  </a:tcPr>
                </a:tc>
                <a:tc>
                  <a:txBody>
                    <a:bodyPr/>
                    <a:lstStyle/>
                    <a:p>
                      <a:pPr marL="0" marR="0" lvl="0" indent="0" algn="l" rtl="0">
                        <a:lnSpc>
                          <a:spcPct val="107000"/>
                        </a:lnSpc>
                        <a:spcBef>
                          <a:spcPts val="0"/>
                        </a:spcBef>
                        <a:spcAft>
                          <a:spcPts val="0"/>
                        </a:spcAft>
                        <a:buNone/>
                      </a:pPr>
                      <a:r>
                        <a:rPr lang="es-PE" sz="3200">
                          <a:solidFill>
                            <a:schemeClr val="dk1"/>
                          </a:solidFill>
                        </a:rPr>
                        <a:t>Superíndice</a:t>
                      </a:r>
                      <a:endParaRPr sz="3200">
                        <a:solidFill>
                          <a:schemeClr val="dk1"/>
                        </a:solidFill>
                        <a:latin typeface="Calibri"/>
                        <a:ea typeface="Calibri"/>
                        <a:cs typeface="Calibri"/>
                        <a:sym typeface="Calibri"/>
                      </a:endParaRPr>
                    </a:p>
                  </a:txBody>
                  <a:tcPr marL="19050" marR="19050" marT="19050" marB="19050" anchor="ctr">
                    <a:solidFill>
                      <a:schemeClr val="lt1"/>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graphicFrame>
        <p:nvGraphicFramePr>
          <p:cNvPr id="352" name="Google Shape;352;p54"/>
          <p:cNvGraphicFramePr/>
          <p:nvPr/>
        </p:nvGraphicFramePr>
        <p:xfrm>
          <a:off x="838200" y="1067427"/>
          <a:ext cx="3000000" cy="3000000"/>
        </p:xfrm>
        <a:graphic>
          <a:graphicData uri="http://schemas.openxmlformats.org/drawingml/2006/table">
            <a:tbl>
              <a:tblPr firstRow="1" firstCol="1" bandRow="1">
                <a:noFill/>
                <a:tableStyleId>{AA9E3A58-F966-473C-AD10-942D5133C1C9}</a:tableStyleId>
              </a:tblPr>
              <a:tblGrid>
                <a:gridCol w="4663600">
                  <a:extLst>
                    <a:ext uri="{9D8B030D-6E8A-4147-A177-3AD203B41FA5}">
                      <a16:colId xmlns:a16="http://schemas.microsoft.com/office/drawing/2014/main" val="20000"/>
                    </a:ext>
                  </a:extLst>
                </a:gridCol>
                <a:gridCol w="4663600">
                  <a:extLst>
                    <a:ext uri="{9D8B030D-6E8A-4147-A177-3AD203B41FA5}">
                      <a16:colId xmlns:a16="http://schemas.microsoft.com/office/drawing/2014/main" val="20001"/>
                    </a:ext>
                  </a:extLst>
                </a:gridCol>
              </a:tblGrid>
              <a:tr h="228600">
                <a:tc>
                  <a:txBody>
                    <a:bodyPr/>
                    <a:lstStyle/>
                    <a:p>
                      <a:pPr marL="0" marR="0" lvl="0" indent="0" algn="l" rtl="0">
                        <a:lnSpc>
                          <a:spcPct val="107000"/>
                        </a:lnSpc>
                        <a:spcBef>
                          <a:spcPts val="0"/>
                        </a:spcBef>
                        <a:spcAft>
                          <a:spcPts val="0"/>
                        </a:spcAft>
                        <a:buNone/>
                      </a:pPr>
                      <a:r>
                        <a:rPr lang="es-PE" sz="1800">
                          <a:solidFill>
                            <a:schemeClr val="dk1"/>
                          </a:solidFill>
                        </a:rPr>
                        <a:t>Código</a:t>
                      </a:r>
                      <a:endParaRPr sz="1800">
                        <a:solidFill>
                          <a:schemeClr val="dk1"/>
                        </a:solidFill>
                        <a:latin typeface="Calibri"/>
                        <a:ea typeface="Calibri"/>
                        <a:cs typeface="Calibri"/>
                        <a:sym typeface="Calibri"/>
                      </a:endParaRPr>
                    </a:p>
                  </a:txBody>
                  <a:tcPr marL="19050" marR="19050" marT="19050" marB="19050" anchor="ctr">
                    <a:solidFill>
                      <a:schemeClr val="lt1"/>
                    </a:solidFill>
                  </a:tcPr>
                </a:tc>
                <a:tc>
                  <a:txBody>
                    <a:bodyPr/>
                    <a:lstStyle/>
                    <a:p>
                      <a:pPr marL="0" marR="0" lvl="0" indent="0" algn="l" rtl="0">
                        <a:lnSpc>
                          <a:spcPct val="107000"/>
                        </a:lnSpc>
                        <a:spcBef>
                          <a:spcPts val="0"/>
                        </a:spcBef>
                        <a:spcAft>
                          <a:spcPts val="0"/>
                        </a:spcAft>
                        <a:buNone/>
                      </a:pPr>
                      <a:r>
                        <a:rPr lang="es-PE" sz="1800">
                          <a:solidFill>
                            <a:schemeClr val="dk1"/>
                          </a:solidFill>
                        </a:rPr>
                        <a:t>Función</a:t>
                      </a:r>
                      <a:endParaRPr sz="1800">
                        <a:solidFill>
                          <a:schemeClr val="dk1"/>
                        </a:solidFill>
                        <a:latin typeface="Calibri"/>
                        <a:ea typeface="Calibri"/>
                        <a:cs typeface="Calibri"/>
                        <a:sym typeface="Calibri"/>
                      </a:endParaRPr>
                    </a:p>
                  </a:txBody>
                  <a:tcPr marL="19050" marR="19050" marT="19050" marB="19050" anchor="ctr">
                    <a:solidFill>
                      <a:schemeClr val="lt1"/>
                    </a:solidFill>
                  </a:tcPr>
                </a:tc>
                <a:extLst>
                  <a:ext uri="{0D108BD9-81ED-4DB2-BD59-A6C34878D82A}">
                    <a16:rowId xmlns:a16="http://schemas.microsoft.com/office/drawing/2014/main" val="10000"/>
                  </a:ext>
                </a:extLst>
              </a:tr>
              <a:tr h="228600">
                <a:tc>
                  <a:txBody>
                    <a:bodyPr/>
                    <a:lstStyle/>
                    <a:p>
                      <a:pPr marL="0" marR="0" lvl="0" indent="0" algn="l" rtl="0">
                        <a:lnSpc>
                          <a:spcPct val="107000"/>
                        </a:lnSpc>
                        <a:spcBef>
                          <a:spcPts val="0"/>
                        </a:spcBef>
                        <a:spcAft>
                          <a:spcPts val="0"/>
                        </a:spcAft>
                        <a:buNone/>
                      </a:pPr>
                      <a:r>
                        <a:rPr lang="es-PE" sz="1800">
                          <a:solidFill>
                            <a:schemeClr val="dk1"/>
                          </a:solidFill>
                        </a:rPr>
                        <a:t>&lt;P align="left"&gt;...&lt;/P&gt;</a:t>
                      </a:r>
                      <a:endParaRPr sz="1800">
                        <a:solidFill>
                          <a:schemeClr val="dk1"/>
                        </a:solidFill>
                        <a:latin typeface="Calibri"/>
                        <a:ea typeface="Calibri"/>
                        <a:cs typeface="Calibri"/>
                        <a:sym typeface="Calibri"/>
                      </a:endParaRPr>
                    </a:p>
                  </a:txBody>
                  <a:tcPr marL="19050" marR="19050" marT="19050" marB="19050" anchor="ctr">
                    <a:solidFill>
                      <a:schemeClr val="lt1"/>
                    </a:solidFill>
                  </a:tcPr>
                </a:tc>
                <a:tc>
                  <a:txBody>
                    <a:bodyPr/>
                    <a:lstStyle/>
                    <a:p>
                      <a:pPr marL="0" marR="0" lvl="0" indent="0" algn="l" rtl="0">
                        <a:lnSpc>
                          <a:spcPct val="107000"/>
                        </a:lnSpc>
                        <a:spcBef>
                          <a:spcPts val="0"/>
                        </a:spcBef>
                        <a:spcAft>
                          <a:spcPts val="0"/>
                        </a:spcAft>
                        <a:buNone/>
                      </a:pPr>
                      <a:r>
                        <a:rPr lang="es-PE" sz="1800">
                          <a:solidFill>
                            <a:schemeClr val="dk1"/>
                          </a:solidFill>
                        </a:rPr>
                        <a:t>Párrafo alineado a la izquierda  </a:t>
                      </a:r>
                      <a:endParaRPr sz="1800">
                        <a:solidFill>
                          <a:schemeClr val="dk1"/>
                        </a:solidFill>
                        <a:latin typeface="Calibri"/>
                        <a:ea typeface="Calibri"/>
                        <a:cs typeface="Calibri"/>
                        <a:sym typeface="Calibri"/>
                      </a:endParaRPr>
                    </a:p>
                  </a:txBody>
                  <a:tcPr marL="19050" marR="19050" marT="19050" marB="19050" anchor="ctr">
                    <a:solidFill>
                      <a:schemeClr val="lt1"/>
                    </a:solidFill>
                  </a:tcPr>
                </a:tc>
                <a:extLst>
                  <a:ext uri="{0D108BD9-81ED-4DB2-BD59-A6C34878D82A}">
                    <a16:rowId xmlns:a16="http://schemas.microsoft.com/office/drawing/2014/main" val="10001"/>
                  </a:ext>
                </a:extLst>
              </a:tr>
              <a:tr h="228600">
                <a:tc>
                  <a:txBody>
                    <a:bodyPr/>
                    <a:lstStyle/>
                    <a:p>
                      <a:pPr marL="0" marR="0" lvl="0" indent="0" algn="l" rtl="0">
                        <a:lnSpc>
                          <a:spcPct val="107000"/>
                        </a:lnSpc>
                        <a:spcBef>
                          <a:spcPts val="0"/>
                        </a:spcBef>
                        <a:spcAft>
                          <a:spcPts val="0"/>
                        </a:spcAft>
                        <a:buNone/>
                      </a:pPr>
                      <a:r>
                        <a:rPr lang="es-PE" sz="1800">
                          <a:solidFill>
                            <a:schemeClr val="dk1"/>
                          </a:solidFill>
                        </a:rPr>
                        <a:t>&lt;P align="center"&gt;...&lt;/P&gt;  </a:t>
                      </a:r>
                      <a:endParaRPr sz="1800">
                        <a:solidFill>
                          <a:schemeClr val="dk1"/>
                        </a:solidFill>
                        <a:latin typeface="Calibri"/>
                        <a:ea typeface="Calibri"/>
                        <a:cs typeface="Calibri"/>
                        <a:sym typeface="Calibri"/>
                      </a:endParaRPr>
                    </a:p>
                  </a:txBody>
                  <a:tcPr marL="19050" marR="19050" marT="19050" marB="19050" anchor="ctr">
                    <a:solidFill>
                      <a:schemeClr val="lt1"/>
                    </a:solidFill>
                  </a:tcPr>
                </a:tc>
                <a:tc>
                  <a:txBody>
                    <a:bodyPr/>
                    <a:lstStyle/>
                    <a:p>
                      <a:pPr marL="0" marR="0" lvl="0" indent="0" algn="l" rtl="0">
                        <a:lnSpc>
                          <a:spcPct val="107000"/>
                        </a:lnSpc>
                        <a:spcBef>
                          <a:spcPts val="0"/>
                        </a:spcBef>
                        <a:spcAft>
                          <a:spcPts val="0"/>
                        </a:spcAft>
                        <a:buNone/>
                      </a:pPr>
                      <a:r>
                        <a:rPr lang="es-PE" sz="1800">
                          <a:solidFill>
                            <a:schemeClr val="dk1"/>
                          </a:solidFill>
                        </a:rPr>
                        <a:t>Párrafo centrado</a:t>
                      </a:r>
                      <a:endParaRPr sz="1800">
                        <a:solidFill>
                          <a:schemeClr val="dk1"/>
                        </a:solidFill>
                        <a:latin typeface="Calibri"/>
                        <a:ea typeface="Calibri"/>
                        <a:cs typeface="Calibri"/>
                        <a:sym typeface="Calibri"/>
                      </a:endParaRPr>
                    </a:p>
                  </a:txBody>
                  <a:tcPr marL="19050" marR="19050" marT="19050" marB="19050" anchor="ctr">
                    <a:solidFill>
                      <a:schemeClr val="lt1"/>
                    </a:solidFill>
                  </a:tcPr>
                </a:tc>
                <a:extLst>
                  <a:ext uri="{0D108BD9-81ED-4DB2-BD59-A6C34878D82A}">
                    <a16:rowId xmlns:a16="http://schemas.microsoft.com/office/drawing/2014/main" val="10002"/>
                  </a:ext>
                </a:extLst>
              </a:tr>
              <a:tr h="228600">
                <a:tc>
                  <a:txBody>
                    <a:bodyPr/>
                    <a:lstStyle/>
                    <a:p>
                      <a:pPr marL="0" marR="0" lvl="0" indent="0" algn="l" rtl="0">
                        <a:lnSpc>
                          <a:spcPct val="107000"/>
                        </a:lnSpc>
                        <a:spcBef>
                          <a:spcPts val="0"/>
                        </a:spcBef>
                        <a:spcAft>
                          <a:spcPts val="0"/>
                        </a:spcAft>
                        <a:buNone/>
                      </a:pPr>
                      <a:r>
                        <a:rPr lang="es-PE" sz="1800">
                          <a:solidFill>
                            <a:schemeClr val="dk1"/>
                          </a:solidFill>
                        </a:rPr>
                        <a:t>&lt;P align="right"&gt;...&lt;/P&gt;</a:t>
                      </a:r>
                      <a:endParaRPr sz="1800">
                        <a:solidFill>
                          <a:schemeClr val="dk1"/>
                        </a:solidFill>
                        <a:latin typeface="Calibri"/>
                        <a:ea typeface="Calibri"/>
                        <a:cs typeface="Calibri"/>
                        <a:sym typeface="Calibri"/>
                      </a:endParaRPr>
                    </a:p>
                  </a:txBody>
                  <a:tcPr marL="19050" marR="19050" marT="19050" marB="19050" anchor="ctr">
                    <a:solidFill>
                      <a:schemeClr val="lt1"/>
                    </a:solidFill>
                  </a:tcPr>
                </a:tc>
                <a:tc>
                  <a:txBody>
                    <a:bodyPr/>
                    <a:lstStyle/>
                    <a:p>
                      <a:pPr marL="0" marR="0" lvl="0" indent="0" algn="l" rtl="0">
                        <a:lnSpc>
                          <a:spcPct val="107000"/>
                        </a:lnSpc>
                        <a:spcBef>
                          <a:spcPts val="0"/>
                        </a:spcBef>
                        <a:spcAft>
                          <a:spcPts val="0"/>
                        </a:spcAft>
                        <a:buNone/>
                      </a:pPr>
                      <a:r>
                        <a:rPr lang="es-PE" sz="1800">
                          <a:solidFill>
                            <a:schemeClr val="dk1"/>
                          </a:solidFill>
                        </a:rPr>
                        <a:t>Párrafo alienado a la derecha</a:t>
                      </a:r>
                      <a:endParaRPr sz="1800">
                        <a:solidFill>
                          <a:schemeClr val="dk1"/>
                        </a:solidFill>
                        <a:latin typeface="Calibri"/>
                        <a:ea typeface="Calibri"/>
                        <a:cs typeface="Calibri"/>
                        <a:sym typeface="Calibri"/>
                      </a:endParaRPr>
                    </a:p>
                  </a:txBody>
                  <a:tcPr marL="19050" marR="19050" marT="19050" marB="19050" anchor="ctr">
                    <a:solidFill>
                      <a:schemeClr val="lt1"/>
                    </a:solidFill>
                  </a:tcPr>
                </a:tc>
                <a:extLst>
                  <a:ext uri="{0D108BD9-81ED-4DB2-BD59-A6C34878D82A}">
                    <a16:rowId xmlns:a16="http://schemas.microsoft.com/office/drawing/2014/main" val="10003"/>
                  </a:ext>
                </a:extLst>
              </a:tr>
              <a:tr h="228600">
                <a:tc>
                  <a:txBody>
                    <a:bodyPr/>
                    <a:lstStyle/>
                    <a:p>
                      <a:pPr marL="0" marR="0" lvl="0" indent="0" algn="l" rtl="0">
                        <a:lnSpc>
                          <a:spcPct val="107000"/>
                        </a:lnSpc>
                        <a:spcBef>
                          <a:spcPts val="0"/>
                        </a:spcBef>
                        <a:spcAft>
                          <a:spcPts val="0"/>
                        </a:spcAft>
                        <a:buNone/>
                      </a:pPr>
                      <a:r>
                        <a:rPr lang="es-PE" sz="1800">
                          <a:solidFill>
                            <a:schemeClr val="dk1"/>
                          </a:solidFill>
                        </a:rPr>
                        <a:t>&lt;P align="justify"&gt;...&lt;/P&gt;</a:t>
                      </a:r>
                      <a:endParaRPr sz="1800">
                        <a:solidFill>
                          <a:schemeClr val="dk1"/>
                        </a:solidFill>
                        <a:latin typeface="Calibri"/>
                        <a:ea typeface="Calibri"/>
                        <a:cs typeface="Calibri"/>
                        <a:sym typeface="Calibri"/>
                      </a:endParaRPr>
                    </a:p>
                  </a:txBody>
                  <a:tcPr marL="19050" marR="19050" marT="19050" marB="19050" anchor="ctr">
                    <a:solidFill>
                      <a:schemeClr val="lt1"/>
                    </a:solidFill>
                  </a:tcPr>
                </a:tc>
                <a:tc>
                  <a:txBody>
                    <a:bodyPr/>
                    <a:lstStyle/>
                    <a:p>
                      <a:pPr marL="0" marR="0" lvl="0" indent="0" algn="l" rtl="0">
                        <a:lnSpc>
                          <a:spcPct val="107000"/>
                        </a:lnSpc>
                        <a:spcBef>
                          <a:spcPts val="0"/>
                        </a:spcBef>
                        <a:spcAft>
                          <a:spcPts val="0"/>
                        </a:spcAft>
                        <a:buNone/>
                      </a:pPr>
                      <a:r>
                        <a:rPr lang="es-PE" sz="1800">
                          <a:solidFill>
                            <a:schemeClr val="dk1"/>
                          </a:solidFill>
                        </a:rPr>
                        <a:t>Párrafo justificado</a:t>
                      </a:r>
                      <a:endParaRPr sz="1800">
                        <a:solidFill>
                          <a:schemeClr val="dk1"/>
                        </a:solidFill>
                        <a:latin typeface="Calibri"/>
                        <a:ea typeface="Calibri"/>
                        <a:cs typeface="Calibri"/>
                        <a:sym typeface="Calibri"/>
                      </a:endParaRPr>
                    </a:p>
                  </a:txBody>
                  <a:tcPr marL="19050" marR="19050" marT="19050" marB="19050" anchor="ctr">
                    <a:solidFill>
                      <a:schemeClr val="lt1"/>
                    </a:solidFill>
                  </a:tcPr>
                </a:tc>
                <a:extLst>
                  <a:ext uri="{0D108BD9-81ED-4DB2-BD59-A6C34878D82A}">
                    <a16:rowId xmlns:a16="http://schemas.microsoft.com/office/drawing/2014/main" val="10004"/>
                  </a:ext>
                </a:extLst>
              </a:tr>
            </a:tbl>
          </a:graphicData>
        </a:graphic>
      </p:graphicFrame>
      <p:sp>
        <p:nvSpPr>
          <p:cNvPr id="353" name="Google Shape;353;p54"/>
          <p:cNvSpPr/>
          <p:nvPr/>
        </p:nvSpPr>
        <p:spPr>
          <a:xfrm>
            <a:off x="642027" y="168241"/>
            <a:ext cx="9570221" cy="1015663"/>
          </a:xfrm>
          <a:prstGeom prst="rect">
            <a:avLst/>
          </a:prstGeom>
          <a:noFill/>
          <a:ln>
            <a:noFill/>
          </a:ln>
        </p:spPr>
        <p:txBody>
          <a:bodyPr spcFirstLastPara="1" wrap="square" lIns="91425" tIns="45700" rIns="91425" bIns="45700" anchor="ctr" anchorCtr="0">
            <a:noAutofit/>
          </a:bodyPr>
          <a:lstStyle/>
          <a:p>
            <a:pPr marL="0" marR="0" lvl="0" indent="-152400" algn="l" rtl="0">
              <a:lnSpc>
                <a:spcPct val="100000"/>
              </a:lnSpc>
              <a:spcBef>
                <a:spcPts val="0"/>
              </a:spcBef>
              <a:spcAft>
                <a:spcPts val="0"/>
              </a:spcAft>
              <a:buClr>
                <a:srgbClr val="C00000"/>
              </a:buClr>
              <a:buSzPts val="2400"/>
              <a:buFont typeface="Arial"/>
              <a:buChar char="•"/>
            </a:pPr>
            <a:r>
              <a:rPr lang="es-PE" sz="2400" b="0" i="0" u="none" strike="noStrike" cap="none">
                <a:solidFill>
                  <a:srgbClr val="C00000"/>
                </a:solidFill>
                <a:latin typeface="Arial"/>
                <a:ea typeface="Arial"/>
                <a:cs typeface="Arial"/>
                <a:sym typeface="Arial"/>
              </a:rPr>
              <a:t>Un p</a:t>
            </a:r>
            <a:r>
              <a:rPr lang="es-PE" sz="2400" b="0" i="0" u="none" strike="noStrike" cap="none">
                <a:solidFill>
                  <a:srgbClr val="C00000"/>
                </a:solidFill>
                <a:latin typeface="Calibri"/>
                <a:ea typeface="Calibri"/>
                <a:cs typeface="Calibri"/>
                <a:sym typeface="Calibri"/>
              </a:rPr>
              <a:t>á</a:t>
            </a:r>
            <a:r>
              <a:rPr lang="es-PE" sz="2400" b="0" i="0" u="none" strike="noStrike" cap="none">
                <a:solidFill>
                  <a:srgbClr val="C00000"/>
                </a:solidFill>
                <a:latin typeface="Arial"/>
                <a:ea typeface="Arial"/>
                <a:cs typeface="Arial"/>
                <a:sym typeface="Arial"/>
              </a:rPr>
              <a:t>rrafo puede alinearse </a:t>
            </a:r>
            <a:r>
              <a:rPr lang="es-PE" sz="1800" b="0" i="0" u="none" strike="noStrike" cap="none">
                <a:solidFill>
                  <a:srgbClr val="000000"/>
                </a:solidFill>
                <a:latin typeface="Arial"/>
                <a:ea typeface="Arial"/>
                <a:cs typeface="Arial"/>
                <a:sym typeface="Arial"/>
              </a:rPr>
              <a:t>introduciendo los siguientes atributos en la etiqueta habitual:</a:t>
            </a: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graphicFrame>
        <p:nvGraphicFramePr>
          <p:cNvPr id="354" name="Google Shape;354;p54"/>
          <p:cNvGraphicFramePr/>
          <p:nvPr/>
        </p:nvGraphicFramePr>
        <p:xfrm>
          <a:off x="838200" y="4392291"/>
          <a:ext cx="3000000" cy="3000000"/>
        </p:xfrm>
        <a:graphic>
          <a:graphicData uri="http://schemas.openxmlformats.org/drawingml/2006/table">
            <a:tbl>
              <a:tblPr firstRow="1" firstCol="1" bandRow="1">
                <a:noFill/>
                <a:tableStyleId>{AA9E3A58-F966-473C-AD10-942D5133C1C9}</a:tableStyleId>
              </a:tblPr>
              <a:tblGrid>
                <a:gridCol w="4620650">
                  <a:extLst>
                    <a:ext uri="{9D8B030D-6E8A-4147-A177-3AD203B41FA5}">
                      <a16:colId xmlns:a16="http://schemas.microsoft.com/office/drawing/2014/main" val="20000"/>
                    </a:ext>
                  </a:extLst>
                </a:gridCol>
                <a:gridCol w="4620650">
                  <a:extLst>
                    <a:ext uri="{9D8B030D-6E8A-4147-A177-3AD203B41FA5}">
                      <a16:colId xmlns:a16="http://schemas.microsoft.com/office/drawing/2014/main" val="20001"/>
                    </a:ext>
                  </a:extLst>
                </a:gridCol>
              </a:tblGrid>
              <a:tr h="318575">
                <a:tc>
                  <a:txBody>
                    <a:bodyPr/>
                    <a:lstStyle/>
                    <a:p>
                      <a:pPr marL="0" marR="0" lvl="0" indent="0" algn="l" rtl="0">
                        <a:lnSpc>
                          <a:spcPct val="107000"/>
                        </a:lnSpc>
                        <a:spcBef>
                          <a:spcPts val="0"/>
                        </a:spcBef>
                        <a:spcAft>
                          <a:spcPts val="0"/>
                        </a:spcAft>
                        <a:buNone/>
                      </a:pPr>
                      <a:r>
                        <a:rPr lang="es-PE" sz="1800">
                          <a:solidFill>
                            <a:schemeClr val="dk1"/>
                          </a:solidFill>
                        </a:rPr>
                        <a:t>Código</a:t>
                      </a:r>
                      <a:endParaRPr sz="1800">
                        <a:solidFill>
                          <a:schemeClr val="dk1"/>
                        </a:solidFill>
                        <a:latin typeface="Calibri"/>
                        <a:ea typeface="Calibri"/>
                        <a:cs typeface="Calibri"/>
                        <a:sym typeface="Calibri"/>
                      </a:endParaRPr>
                    </a:p>
                  </a:txBody>
                  <a:tcPr marL="19050" marR="19050" marT="19050" marB="19050" anchor="ctr">
                    <a:solidFill>
                      <a:schemeClr val="lt1"/>
                    </a:solidFill>
                  </a:tcPr>
                </a:tc>
                <a:tc>
                  <a:txBody>
                    <a:bodyPr/>
                    <a:lstStyle/>
                    <a:p>
                      <a:pPr marL="0" marR="0" lvl="0" indent="0" algn="l" rtl="0">
                        <a:lnSpc>
                          <a:spcPct val="107000"/>
                        </a:lnSpc>
                        <a:spcBef>
                          <a:spcPts val="0"/>
                        </a:spcBef>
                        <a:spcAft>
                          <a:spcPts val="0"/>
                        </a:spcAft>
                        <a:buNone/>
                      </a:pPr>
                      <a:r>
                        <a:rPr lang="es-PE" sz="1800">
                          <a:solidFill>
                            <a:schemeClr val="dk1"/>
                          </a:solidFill>
                        </a:rPr>
                        <a:t>Función</a:t>
                      </a:r>
                      <a:endParaRPr sz="1800">
                        <a:solidFill>
                          <a:schemeClr val="dk1"/>
                        </a:solidFill>
                        <a:latin typeface="Calibri"/>
                        <a:ea typeface="Calibri"/>
                        <a:cs typeface="Calibri"/>
                        <a:sym typeface="Calibri"/>
                      </a:endParaRPr>
                    </a:p>
                  </a:txBody>
                  <a:tcPr marL="19050" marR="19050" marT="19050" marB="19050" anchor="ctr">
                    <a:solidFill>
                      <a:schemeClr val="lt1"/>
                    </a:solidFill>
                  </a:tcPr>
                </a:tc>
                <a:extLst>
                  <a:ext uri="{0D108BD9-81ED-4DB2-BD59-A6C34878D82A}">
                    <a16:rowId xmlns:a16="http://schemas.microsoft.com/office/drawing/2014/main" val="10000"/>
                  </a:ext>
                </a:extLst>
              </a:tr>
              <a:tr h="318575">
                <a:tc>
                  <a:txBody>
                    <a:bodyPr/>
                    <a:lstStyle/>
                    <a:p>
                      <a:pPr marL="0" marR="0" lvl="0" indent="0" algn="l" rtl="0">
                        <a:lnSpc>
                          <a:spcPct val="107000"/>
                        </a:lnSpc>
                        <a:spcBef>
                          <a:spcPts val="0"/>
                        </a:spcBef>
                        <a:spcAft>
                          <a:spcPts val="0"/>
                        </a:spcAft>
                        <a:buNone/>
                      </a:pPr>
                      <a:r>
                        <a:rPr lang="es-PE" sz="1800">
                          <a:solidFill>
                            <a:schemeClr val="dk1"/>
                          </a:solidFill>
                        </a:rPr>
                        <a:t>&lt;DIV align="left"&gt;...&lt;/DIV&gt;</a:t>
                      </a:r>
                      <a:endParaRPr sz="1800">
                        <a:solidFill>
                          <a:schemeClr val="dk1"/>
                        </a:solidFill>
                        <a:latin typeface="Calibri"/>
                        <a:ea typeface="Calibri"/>
                        <a:cs typeface="Calibri"/>
                        <a:sym typeface="Calibri"/>
                      </a:endParaRPr>
                    </a:p>
                  </a:txBody>
                  <a:tcPr marL="19050" marR="19050" marT="19050" marB="19050" anchor="ctr">
                    <a:solidFill>
                      <a:schemeClr val="lt1"/>
                    </a:solidFill>
                  </a:tcPr>
                </a:tc>
                <a:tc>
                  <a:txBody>
                    <a:bodyPr/>
                    <a:lstStyle/>
                    <a:p>
                      <a:pPr marL="0" marR="0" lvl="0" indent="0" algn="l" rtl="0">
                        <a:lnSpc>
                          <a:spcPct val="107000"/>
                        </a:lnSpc>
                        <a:spcBef>
                          <a:spcPts val="0"/>
                        </a:spcBef>
                        <a:spcAft>
                          <a:spcPts val="0"/>
                        </a:spcAft>
                        <a:buNone/>
                      </a:pPr>
                      <a:r>
                        <a:rPr lang="es-PE" sz="1800">
                          <a:solidFill>
                            <a:schemeClr val="dk1"/>
                          </a:solidFill>
                        </a:rPr>
                        <a:t>Línea(s) alineada(s) a la izquierda  </a:t>
                      </a:r>
                      <a:endParaRPr sz="1800">
                        <a:solidFill>
                          <a:schemeClr val="dk1"/>
                        </a:solidFill>
                        <a:latin typeface="Calibri"/>
                        <a:ea typeface="Calibri"/>
                        <a:cs typeface="Calibri"/>
                        <a:sym typeface="Calibri"/>
                      </a:endParaRPr>
                    </a:p>
                  </a:txBody>
                  <a:tcPr marL="19050" marR="19050" marT="19050" marB="19050" anchor="ctr">
                    <a:solidFill>
                      <a:schemeClr val="lt1"/>
                    </a:solidFill>
                  </a:tcPr>
                </a:tc>
                <a:extLst>
                  <a:ext uri="{0D108BD9-81ED-4DB2-BD59-A6C34878D82A}">
                    <a16:rowId xmlns:a16="http://schemas.microsoft.com/office/drawing/2014/main" val="10001"/>
                  </a:ext>
                </a:extLst>
              </a:tr>
              <a:tr h="318575">
                <a:tc>
                  <a:txBody>
                    <a:bodyPr/>
                    <a:lstStyle/>
                    <a:p>
                      <a:pPr marL="0" marR="0" lvl="0" indent="0" algn="l" rtl="0">
                        <a:lnSpc>
                          <a:spcPct val="107000"/>
                        </a:lnSpc>
                        <a:spcBef>
                          <a:spcPts val="0"/>
                        </a:spcBef>
                        <a:spcAft>
                          <a:spcPts val="0"/>
                        </a:spcAft>
                        <a:buNone/>
                      </a:pPr>
                      <a:r>
                        <a:rPr lang="es-PE" sz="1800">
                          <a:solidFill>
                            <a:schemeClr val="dk1"/>
                          </a:solidFill>
                        </a:rPr>
                        <a:t>&lt;DIV align="center"&gt;...&lt;/DIV&gt;  </a:t>
                      </a:r>
                      <a:endParaRPr sz="1800">
                        <a:solidFill>
                          <a:schemeClr val="dk1"/>
                        </a:solidFill>
                        <a:latin typeface="Calibri"/>
                        <a:ea typeface="Calibri"/>
                        <a:cs typeface="Calibri"/>
                        <a:sym typeface="Calibri"/>
                      </a:endParaRPr>
                    </a:p>
                  </a:txBody>
                  <a:tcPr marL="19050" marR="19050" marT="19050" marB="19050" anchor="ctr">
                    <a:solidFill>
                      <a:schemeClr val="lt1"/>
                    </a:solidFill>
                  </a:tcPr>
                </a:tc>
                <a:tc>
                  <a:txBody>
                    <a:bodyPr/>
                    <a:lstStyle/>
                    <a:p>
                      <a:pPr marL="0" marR="0" lvl="0" indent="0" algn="l" rtl="0">
                        <a:lnSpc>
                          <a:spcPct val="107000"/>
                        </a:lnSpc>
                        <a:spcBef>
                          <a:spcPts val="0"/>
                        </a:spcBef>
                        <a:spcAft>
                          <a:spcPts val="0"/>
                        </a:spcAft>
                        <a:buNone/>
                      </a:pPr>
                      <a:r>
                        <a:rPr lang="es-PE" sz="1800">
                          <a:solidFill>
                            <a:schemeClr val="dk1"/>
                          </a:solidFill>
                        </a:rPr>
                        <a:t>Línea(s) centrada(s)</a:t>
                      </a:r>
                      <a:endParaRPr sz="1800">
                        <a:solidFill>
                          <a:schemeClr val="dk1"/>
                        </a:solidFill>
                        <a:latin typeface="Calibri"/>
                        <a:ea typeface="Calibri"/>
                        <a:cs typeface="Calibri"/>
                        <a:sym typeface="Calibri"/>
                      </a:endParaRPr>
                    </a:p>
                  </a:txBody>
                  <a:tcPr marL="19050" marR="19050" marT="19050" marB="19050" anchor="ctr">
                    <a:solidFill>
                      <a:schemeClr val="lt1"/>
                    </a:solidFill>
                  </a:tcPr>
                </a:tc>
                <a:extLst>
                  <a:ext uri="{0D108BD9-81ED-4DB2-BD59-A6C34878D82A}">
                    <a16:rowId xmlns:a16="http://schemas.microsoft.com/office/drawing/2014/main" val="10002"/>
                  </a:ext>
                </a:extLst>
              </a:tr>
              <a:tr h="318575">
                <a:tc>
                  <a:txBody>
                    <a:bodyPr/>
                    <a:lstStyle/>
                    <a:p>
                      <a:pPr marL="0" marR="0" lvl="0" indent="0" algn="l" rtl="0">
                        <a:lnSpc>
                          <a:spcPct val="107000"/>
                        </a:lnSpc>
                        <a:spcBef>
                          <a:spcPts val="0"/>
                        </a:spcBef>
                        <a:spcAft>
                          <a:spcPts val="0"/>
                        </a:spcAft>
                        <a:buNone/>
                      </a:pPr>
                      <a:r>
                        <a:rPr lang="es-PE" sz="1800">
                          <a:solidFill>
                            <a:schemeClr val="dk1"/>
                          </a:solidFill>
                        </a:rPr>
                        <a:t>&lt;DIV align="right"&gt;...&lt;/DIV&gt;</a:t>
                      </a:r>
                      <a:endParaRPr sz="1800">
                        <a:solidFill>
                          <a:schemeClr val="dk1"/>
                        </a:solidFill>
                        <a:latin typeface="Calibri"/>
                        <a:ea typeface="Calibri"/>
                        <a:cs typeface="Calibri"/>
                        <a:sym typeface="Calibri"/>
                      </a:endParaRPr>
                    </a:p>
                  </a:txBody>
                  <a:tcPr marL="19050" marR="19050" marT="19050" marB="19050" anchor="ctr">
                    <a:solidFill>
                      <a:schemeClr val="lt1"/>
                    </a:solidFill>
                  </a:tcPr>
                </a:tc>
                <a:tc>
                  <a:txBody>
                    <a:bodyPr/>
                    <a:lstStyle/>
                    <a:p>
                      <a:pPr marL="0" marR="0" lvl="0" indent="0" algn="l" rtl="0">
                        <a:lnSpc>
                          <a:spcPct val="107000"/>
                        </a:lnSpc>
                        <a:spcBef>
                          <a:spcPts val="0"/>
                        </a:spcBef>
                        <a:spcAft>
                          <a:spcPts val="0"/>
                        </a:spcAft>
                        <a:buNone/>
                      </a:pPr>
                      <a:r>
                        <a:rPr lang="es-PE" sz="1800">
                          <a:solidFill>
                            <a:schemeClr val="dk1"/>
                          </a:solidFill>
                        </a:rPr>
                        <a:t>Línea(s) alineada(s) a la derecha</a:t>
                      </a:r>
                      <a:endParaRPr sz="1800">
                        <a:solidFill>
                          <a:schemeClr val="dk1"/>
                        </a:solidFill>
                        <a:latin typeface="Calibri"/>
                        <a:ea typeface="Calibri"/>
                        <a:cs typeface="Calibri"/>
                        <a:sym typeface="Calibri"/>
                      </a:endParaRPr>
                    </a:p>
                  </a:txBody>
                  <a:tcPr marL="19050" marR="19050" marT="19050" marB="19050" anchor="ctr">
                    <a:solidFill>
                      <a:schemeClr val="lt1"/>
                    </a:solidFill>
                  </a:tcPr>
                </a:tc>
                <a:extLst>
                  <a:ext uri="{0D108BD9-81ED-4DB2-BD59-A6C34878D82A}">
                    <a16:rowId xmlns:a16="http://schemas.microsoft.com/office/drawing/2014/main" val="10003"/>
                  </a:ext>
                </a:extLst>
              </a:tr>
              <a:tr h="318575">
                <a:tc>
                  <a:txBody>
                    <a:bodyPr/>
                    <a:lstStyle/>
                    <a:p>
                      <a:pPr marL="0" marR="0" lvl="0" indent="0" algn="l" rtl="0">
                        <a:lnSpc>
                          <a:spcPct val="107000"/>
                        </a:lnSpc>
                        <a:spcBef>
                          <a:spcPts val="0"/>
                        </a:spcBef>
                        <a:spcAft>
                          <a:spcPts val="0"/>
                        </a:spcAft>
                        <a:buNone/>
                      </a:pPr>
                      <a:r>
                        <a:rPr lang="es-PE" sz="1800">
                          <a:solidFill>
                            <a:schemeClr val="dk1"/>
                          </a:solidFill>
                        </a:rPr>
                        <a:t>&lt;DIV align="justify"&gt;...&lt;/DIV&gt;</a:t>
                      </a:r>
                      <a:endParaRPr sz="1800">
                        <a:solidFill>
                          <a:schemeClr val="dk1"/>
                        </a:solidFill>
                        <a:latin typeface="Calibri"/>
                        <a:ea typeface="Calibri"/>
                        <a:cs typeface="Calibri"/>
                        <a:sym typeface="Calibri"/>
                      </a:endParaRPr>
                    </a:p>
                  </a:txBody>
                  <a:tcPr marL="19050" marR="19050" marT="19050" marB="19050" anchor="ctr">
                    <a:solidFill>
                      <a:schemeClr val="lt1"/>
                    </a:solidFill>
                  </a:tcPr>
                </a:tc>
                <a:tc>
                  <a:txBody>
                    <a:bodyPr/>
                    <a:lstStyle/>
                    <a:p>
                      <a:pPr marL="0" marR="0" lvl="0" indent="0" algn="l" rtl="0">
                        <a:lnSpc>
                          <a:spcPct val="107000"/>
                        </a:lnSpc>
                        <a:spcBef>
                          <a:spcPts val="0"/>
                        </a:spcBef>
                        <a:spcAft>
                          <a:spcPts val="0"/>
                        </a:spcAft>
                        <a:buNone/>
                      </a:pPr>
                      <a:r>
                        <a:rPr lang="es-PE" sz="1800">
                          <a:solidFill>
                            <a:schemeClr val="dk1"/>
                          </a:solidFill>
                        </a:rPr>
                        <a:t>Línea(s) alineada(s) justificadas</a:t>
                      </a:r>
                      <a:endParaRPr sz="1800">
                        <a:solidFill>
                          <a:schemeClr val="dk1"/>
                        </a:solidFill>
                        <a:latin typeface="Calibri"/>
                        <a:ea typeface="Calibri"/>
                        <a:cs typeface="Calibri"/>
                        <a:sym typeface="Calibri"/>
                      </a:endParaRPr>
                    </a:p>
                  </a:txBody>
                  <a:tcPr marL="19050" marR="19050" marT="19050" marB="19050" anchor="ctr">
                    <a:solidFill>
                      <a:schemeClr val="lt1"/>
                    </a:solidFill>
                  </a:tcPr>
                </a:tc>
                <a:extLst>
                  <a:ext uri="{0D108BD9-81ED-4DB2-BD59-A6C34878D82A}">
                    <a16:rowId xmlns:a16="http://schemas.microsoft.com/office/drawing/2014/main" val="10004"/>
                  </a:ext>
                </a:extLst>
              </a:tr>
            </a:tbl>
          </a:graphicData>
        </a:graphic>
      </p:graphicFrame>
      <p:sp>
        <p:nvSpPr>
          <p:cNvPr id="355" name="Google Shape;355;p54"/>
          <p:cNvSpPr/>
          <p:nvPr/>
        </p:nvSpPr>
        <p:spPr>
          <a:xfrm>
            <a:off x="642027" y="2602980"/>
            <a:ext cx="8950560" cy="1846659"/>
          </a:xfrm>
          <a:prstGeom prst="rect">
            <a:avLst/>
          </a:prstGeom>
          <a:noFill/>
          <a:ln>
            <a:noFill/>
          </a:ln>
        </p:spPr>
        <p:txBody>
          <a:bodyPr spcFirstLastPara="1" wrap="square" lIns="91425" tIns="45700" rIns="91425" bIns="45700" anchor="ctr" anchorCtr="0">
            <a:noAutofit/>
          </a:bodyPr>
          <a:lstStyle/>
          <a:p>
            <a:pPr marL="0" marR="0" lvl="0" indent="-114300" algn="l" rtl="0">
              <a:lnSpc>
                <a:spcPct val="100000"/>
              </a:lnSpc>
              <a:spcBef>
                <a:spcPts val="0"/>
              </a:spcBef>
              <a:spcAft>
                <a:spcPts val="0"/>
              </a:spcAft>
              <a:buClr>
                <a:srgbClr val="000000"/>
              </a:buClr>
              <a:buSzPts val="1800"/>
              <a:buFont typeface="Arial"/>
              <a:buChar char="•"/>
            </a:pPr>
            <a:r>
              <a:rPr lang="es-PE" sz="1800" b="0" i="0" u="none" strike="noStrike" cap="none">
                <a:solidFill>
                  <a:srgbClr val="000000"/>
                </a:solidFill>
                <a:latin typeface="Arial"/>
                <a:ea typeface="Arial"/>
                <a:cs typeface="Arial"/>
                <a:sym typeface="Arial"/>
              </a:rPr>
              <a:t>Las etiquetas anteriores permiten alinear los p</a:t>
            </a:r>
            <a:r>
              <a:rPr lang="es-PE" sz="1800" b="0" i="0" u="none" strike="noStrike" cap="none">
                <a:solidFill>
                  <a:srgbClr val="000000"/>
                </a:solidFill>
                <a:latin typeface="Calibri"/>
                <a:ea typeface="Calibri"/>
                <a:cs typeface="Calibri"/>
                <a:sym typeface="Calibri"/>
              </a:rPr>
              <a:t>á</a:t>
            </a:r>
            <a:r>
              <a:rPr lang="es-PE" sz="1800" b="0" i="0" u="none" strike="noStrike" cap="none">
                <a:solidFill>
                  <a:srgbClr val="000000"/>
                </a:solidFill>
                <a:latin typeface="Arial"/>
                <a:ea typeface="Arial"/>
                <a:cs typeface="Arial"/>
                <a:sym typeface="Arial"/>
              </a:rPr>
              <a:t>rrafos enteros, pero siempre </a:t>
            </a:r>
            <a:endParaRPr/>
          </a:p>
          <a:p>
            <a:pPr marL="0" marR="0" lvl="0" indent="0" algn="l" rtl="0">
              <a:lnSpc>
                <a:spcPct val="100000"/>
              </a:lnSpc>
              <a:spcBef>
                <a:spcPts val="0"/>
              </a:spcBef>
              <a:spcAft>
                <a:spcPts val="0"/>
              </a:spcAft>
              <a:buNone/>
            </a:pPr>
            <a:r>
              <a:rPr lang="es-PE" sz="1800" b="0" i="0" u="none" strike="noStrike" cap="none">
                <a:solidFill>
                  <a:srgbClr val="000000"/>
                </a:solidFill>
                <a:latin typeface="Arial"/>
                <a:ea typeface="Arial"/>
                <a:cs typeface="Arial"/>
                <a:sym typeface="Arial"/>
              </a:rPr>
              <a:t>dejando una l</a:t>
            </a:r>
            <a:r>
              <a:rPr lang="es-PE" sz="1800" b="0" i="0" u="none" strike="noStrike" cap="none">
                <a:solidFill>
                  <a:srgbClr val="000000"/>
                </a:solidFill>
                <a:latin typeface="Calibri"/>
                <a:ea typeface="Calibri"/>
                <a:cs typeface="Calibri"/>
                <a:sym typeface="Calibri"/>
              </a:rPr>
              <a:t>í</a:t>
            </a:r>
            <a:r>
              <a:rPr lang="es-PE" sz="1800" b="0" i="0" u="none" strike="noStrike" cap="none">
                <a:solidFill>
                  <a:srgbClr val="000000"/>
                </a:solidFill>
                <a:latin typeface="Arial"/>
                <a:ea typeface="Arial"/>
                <a:cs typeface="Arial"/>
                <a:sym typeface="Arial"/>
              </a:rPr>
              <a:t>nea vac</a:t>
            </a:r>
            <a:r>
              <a:rPr lang="es-PE" sz="1800" b="0" i="0" u="none" strike="noStrike" cap="none">
                <a:solidFill>
                  <a:srgbClr val="000000"/>
                </a:solidFill>
                <a:latin typeface="Calibri"/>
                <a:ea typeface="Calibri"/>
                <a:cs typeface="Calibri"/>
                <a:sym typeface="Calibri"/>
              </a:rPr>
              <a:t>í</a:t>
            </a:r>
            <a:r>
              <a:rPr lang="es-PE" sz="1800" b="0" i="0" u="none" strike="noStrike" cap="none">
                <a:solidFill>
                  <a:srgbClr val="000000"/>
                </a:solidFill>
                <a:latin typeface="Arial"/>
                <a:ea typeface="Arial"/>
                <a:cs typeface="Arial"/>
                <a:sym typeface="Arial"/>
              </a:rPr>
              <a:t>a delante de cada uno de ellas. </a:t>
            </a:r>
            <a:endParaRPr/>
          </a:p>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a:p>
            <a:pPr marL="0" marR="0" lvl="0" indent="-114300" algn="l" rtl="0">
              <a:lnSpc>
                <a:spcPct val="100000"/>
              </a:lnSpc>
              <a:spcBef>
                <a:spcPts val="0"/>
              </a:spcBef>
              <a:spcAft>
                <a:spcPts val="0"/>
              </a:spcAft>
              <a:buClr>
                <a:srgbClr val="000000"/>
              </a:buClr>
              <a:buSzPts val="1800"/>
              <a:buFont typeface="Arial"/>
              <a:buChar char="•"/>
            </a:pPr>
            <a:r>
              <a:rPr lang="es-PE" sz="1800" b="1" i="0" u="none" strike="noStrike" cap="none">
                <a:solidFill>
                  <a:srgbClr val="000000"/>
                </a:solidFill>
                <a:latin typeface="Arial"/>
                <a:ea typeface="Arial"/>
                <a:cs typeface="Arial"/>
                <a:sym typeface="Arial"/>
              </a:rPr>
              <a:t> </a:t>
            </a:r>
            <a:r>
              <a:rPr lang="es-PE" sz="2400" b="1" i="0" u="none" strike="noStrike" cap="none">
                <a:solidFill>
                  <a:srgbClr val="C00000"/>
                </a:solidFill>
                <a:latin typeface="Arial"/>
                <a:ea typeface="Arial"/>
                <a:cs typeface="Arial"/>
                <a:sym typeface="Arial"/>
              </a:rPr>
              <a:t>alinear </a:t>
            </a:r>
            <a:r>
              <a:rPr lang="es-PE" sz="2400" b="0" i="0" u="none" strike="noStrike" cap="none">
                <a:solidFill>
                  <a:srgbClr val="C00000"/>
                </a:solidFill>
                <a:latin typeface="Arial"/>
                <a:ea typeface="Arial"/>
                <a:cs typeface="Arial"/>
                <a:sym typeface="Arial"/>
              </a:rPr>
              <a:t>independientemente l</a:t>
            </a:r>
            <a:r>
              <a:rPr lang="es-PE" sz="2400" b="0" i="0" u="none" strike="noStrike" cap="none">
                <a:solidFill>
                  <a:srgbClr val="C00000"/>
                </a:solidFill>
                <a:latin typeface="Calibri"/>
                <a:ea typeface="Calibri"/>
                <a:cs typeface="Calibri"/>
                <a:sym typeface="Calibri"/>
              </a:rPr>
              <a:t>í</a:t>
            </a:r>
            <a:r>
              <a:rPr lang="es-PE" sz="2400" b="0" i="0" u="none" strike="noStrike" cap="none">
                <a:solidFill>
                  <a:srgbClr val="C00000"/>
                </a:solidFill>
                <a:latin typeface="Arial"/>
                <a:ea typeface="Arial"/>
                <a:cs typeface="Arial"/>
                <a:sym typeface="Arial"/>
              </a:rPr>
              <a:t>neas o grupos de l</a:t>
            </a:r>
            <a:r>
              <a:rPr lang="es-PE" sz="2400" b="0" i="0" u="none" strike="noStrike" cap="none">
                <a:solidFill>
                  <a:srgbClr val="C00000"/>
                </a:solidFill>
                <a:latin typeface="Calibri"/>
                <a:ea typeface="Calibri"/>
                <a:cs typeface="Calibri"/>
                <a:sym typeface="Calibri"/>
              </a:rPr>
              <a:t>í</a:t>
            </a:r>
            <a:r>
              <a:rPr lang="es-PE" sz="2400" b="0" i="0" u="none" strike="noStrike" cap="none">
                <a:solidFill>
                  <a:srgbClr val="C00000"/>
                </a:solidFill>
                <a:latin typeface="Arial"/>
                <a:ea typeface="Arial"/>
                <a:cs typeface="Arial"/>
                <a:sym typeface="Arial"/>
              </a:rPr>
              <a:t>neas</a:t>
            </a:r>
            <a:r>
              <a:rPr lang="es-PE" sz="2400" b="0" i="0" u="none" strike="noStrike" cap="none">
                <a:solidFill>
                  <a:srgbClr val="000000"/>
                </a:solidFill>
                <a:latin typeface="Arial"/>
                <a:ea typeface="Arial"/>
                <a:cs typeface="Arial"/>
                <a:sym typeface="Arial"/>
              </a:rPr>
              <a:t> </a:t>
            </a:r>
            <a:r>
              <a:rPr lang="es-PE" sz="1800" b="0" i="0" u="none" strike="noStrike" cap="none">
                <a:solidFill>
                  <a:srgbClr val="000000"/>
                </a:solidFill>
                <a:latin typeface="Arial"/>
                <a:ea typeface="Arial"/>
                <a:cs typeface="Arial"/>
                <a:sym typeface="Arial"/>
              </a:rPr>
              <a:t>con las siguientes etiquetas:</a:t>
            </a: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55"/>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s-PE"/>
              <a:t>EJERCICIOS PROPUESTOS</a:t>
            </a:r>
            <a:endParaRPr/>
          </a:p>
        </p:txBody>
      </p:sp>
      <p:sp>
        <p:nvSpPr>
          <p:cNvPr id="361" name="Google Shape;361;p55"/>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s-PE"/>
              <a:t>1. CREAR UNA PAGINA WEB  COMO UNA HOJA  DE  VIDA</a:t>
            </a:r>
            <a:endParaRPr/>
          </a:p>
          <a:p>
            <a:pPr marL="0" lvl="0" indent="0" algn="l" rtl="0">
              <a:spcBef>
                <a:spcPts val="1000"/>
              </a:spcBef>
              <a:spcAft>
                <a:spcPts val="0"/>
              </a:spcAft>
              <a:buSzPts val="1440"/>
              <a:buNone/>
            </a:pPr>
            <a:r>
              <a:rPr lang="es-PE"/>
              <a:t>         EL  CUAL DEBE TENER  TITULOS (H1…H6)</a:t>
            </a:r>
            <a:endParaRPr/>
          </a:p>
          <a:p>
            <a:pPr marL="0" lvl="0" indent="0" algn="l" rtl="0">
              <a:spcBef>
                <a:spcPts val="1000"/>
              </a:spcBef>
              <a:spcAft>
                <a:spcPts val="0"/>
              </a:spcAft>
              <a:buSzPts val="1440"/>
              <a:buNone/>
            </a:pPr>
            <a:r>
              <a:rPr lang="es-PE"/>
              <a:t>         ALINEAMIENTO</a:t>
            </a:r>
            <a:endParaRPr/>
          </a:p>
          <a:p>
            <a:pPr marL="0" lvl="0" indent="0" algn="l" rtl="0">
              <a:spcBef>
                <a:spcPts val="1000"/>
              </a:spcBef>
              <a:spcAft>
                <a:spcPts val="0"/>
              </a:spcAft>
              <a:buSzPts val="1440"/>
              <a:buNone/>
            </a:pPr>
            <a:r>
              <a:rPr lang="es-PE"/>
              <a:t>         PARRAFOS  DE  PRESENTACION </a:t>
            </a:r>
            <a:endParaRPr/>
          </a:p>
          <a:p>
            <a:pPr marL="0" lvl="0" indent="0" algn="l" rtl="0">
              <a:spcBef>
                <a:spcPts val="1000"/>
              </a:spcBef>
              <a:spcAft>
                <a:spcPts val="0"/>
              </a:spcAft>
              <a:buSzPts val="1440"/>
              <a:buNone/>
            </a:pPr>
            <a:r>
              <a:rPr lang="es-PE"/>
              <a:t>         FORMATOS DE LETRA  EN FONT   TAMAÑO ACORDE  A  SU  HOJA DE VIDA</a:t>
            </a:r>
            <a:endParaRPr/>
          </a:p>
          <a:p>
            <a:pPr marL="0" lvl="0" indent="0" algn="l" rtl="0">
              <a:spcBef>
                <a:spcPts val="1000"/>
              </a:spcBef>
              <a:spcAft>
                <a:spcPts val="0"/>
              </a:spcAft>
              <a:buSzPts val="1440"/>
              <a:buNone/>
            </a:pPr>
            <a:r>
              <a:rPr lang="es-PE"/>
              <a:t>         DEBE  SER CURSIVA  COLORES  EN LETRAS .</a:t>
            </a:r>
            <a:endParaRPr/>
          </a:p>
          <a:p>
            <a:pPr marL="0" lvl="0" indent="0" algn="l" rtl="0">
              <a:spcBef>
                <a:spcPts val="1000"/>
              </a:spcBef>
              <a:spcAft>
                <a:spcPts val="0"/>
              </a:spcAft>
              <a:buSzPts val="1440"/>
              <a:buNone/>
            </a:pPr>
            <a:r>
              <a:rPr lang="es-PE"/>
              <a:t>  2. CREAR  UNA PAGINA MATEMATICA : CON INDICES Y SUPERINDICES</a:t>
            </a:r>
            <a:endParaRPr/>
          </a:p>
          <a:p>
            <a:pPr marL="0" lvl="0" indent="0" algn="l" rtl="0">
              <a:spcBef>
                <a:spcPts val="1000"/>
              </a:spcBef>
              <a:spcAft>
                <a:spcPts val="0"/>
              </a:spcAft>
              <a:buSzPts val="1440"/>
              <a:buNone/>
            </a:pPr>
            <a:r>
              <a:rPr lang="es-PE"/>
              <a:t>        QUE  TENGA  LO SIGUIENTE  Y SU SOLUCION  AXX +  BX + C=0</a:t>
            </a:r>
            <a:endParaRPr/>
          </a:p>
          <a:p>
            <a:pPr marL="0" lvl="0" indent="0" algn="l" rtl="0">
              <a:spcBef>
                <a:spcPts val="1000"/>
              </a:spcBef>
              <a:spcAft>
                <a:spcPts val="0"/>
              </a:spcAft>
              <a:buSzPts val="1440"/>
              <a:buNone/>
            </a:pPr>
            <a:r>
              <a:rPr lang="es-PE"/>
              <a:t>        LA  FORMULA DEL AGUA   </a:t>
            </a:r>
            <a:endParaRPr/>
          </a:p>
        </p:txBody>
      </p:sp>
    </p:spTree>
  </p:cSld>
  <p:clrMapOvr>
    <a:masterClrMapping/>
  </p:clrMapOvr>
</p:sld>
</file>

<file path=ppt/theme/theme1.xml><?xml version="1.0" encoding="utf-8"?>
<a:theme xmlns:a="http://schemas.openxmlformats.org/drawingml/2006/main" name="Faceta">
  <a:themeElements>
    <a:clrScheme name="Faceta">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127</TotalTime>
  <Words>3703</Words>
  <Application>Microsoft Office PowerPoint</Application>
  <PresentationFormat>Panorámica</PresentationFormat>
  <Paragraphs>313</Paragraphs>
  <Slides>38</Slides>
  <Notes>38</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38</vt:i4>
      </vt:variant>
    </vt:vector>
  </HeadingPairs>
  <TitlesOfParts>
    <vt:vector size="48" baseType="lpstr">
      <vt:lpstr>Open Sans</vt:lpstr>
      <vt:lpstr>Roboto</vt:lpstr>
      <vt:lpstr>Calibri</vt:lpstr>
      <vt:lpstr>Tahoma</vt:lpstr>
      <vt:lpstr>Trebuchet MS</vt:lpstr>
      <vt:lpstr>Courier New</vt:lpstr>
      <vt:lpstr>Noto Sans Symbols</vt:lpstr>
      <vt:lpstr>Verdana</vt:lpstr>
      <vt:lpstr>Arial</vt:lpstr>
      <vt:lpstr>Faceta</vt:lpstr>
      <vt:lpstr>TALLER PROGRAMACION DISTRIBUIDA SESION 01</vt:lpstr>
      <vt:lpstr>Internet</vt:lpstr>
      <vt:lpstr>URL: Localizador de recursos uniforme</vt:lpstr>
      <vt:lpstr>Cómo funciona </vt:lpstr>
      <vt:lpstr>Presentación de PowerPoint</vt:lpstr>
      <vt:lpstr>Presentación de PowerPoint</vt:lpstr>
      <vt:lpstr>Presentación de PowerPoint</vt:lpstr>
      <vt:lpstr>Presentación de PowerPoint</vt:lpstr>
      <vt:lpstr>Presentación de PowerPoint</vt:lpstr>
      <vt:lpstr>Presentación de PowerPoint</vt:lpstr>
      <vt:lpstr>Dominios  patrocinados Artículo principal: Dominio de nivel superior patrocinado</vt:lpstr>
      <vt:lpstr>Dominios</vt:lpstr>
      <vt:lpstr>URL Localizador de recursos uniforme </vt:lpstr>
      <vt:lpstr>estructura general de una URL</vt:lpstr>
      <vt:lpstr>Presentación de PowerPoint</vt:lpstr>
      <vt:lpstr>Esquemas URL</vt:lpstr>
      <vt:lpstr>Servidor</vt:lpstr>
      <vt:lpstr>Servidor</vt:lpstr>
      <vt:lpstr>Servidores</vt:lpstr>
      <vt:lpstr>Puerto</vt:lpstr>
      <vt:lpstr>Directorio</vt:lpstr>
      <vt:lpstr>Página, representa a la página web en concreto y es la que tiene el contenido en cuestión</vt:lpstr>
      <vt:lpstr>Tarea : descifrar los siguientes urls</vt:lpstr>
      <vt:lpstr>Presentación de PowerPoint</vt:lpstr>
      <vt:lpstr>Programación Web</vt:lpstr>
      <vt:lpstr>Programacion front end-back end</vt:lpstr>
      <vt:lpstr>HTML</vt:lpstr>
      <vt:lpstr>HTML</vt:lpstr>
      <vt:lpstr>EDICION  DE HTML</vt:lpstr>
      <vt:lpstr>Presentación de PowerPoint</vt:lpstr>
      <vt:lpstr>Presentación de PowerPoint</vt:lpstr>
      <vt:lpstr>         &lt;html&gt; &lt;head&gt; &lt;title&gt;wellcome TPD                                &lt;/title&gt; &lt;/head&gt; &lt;body&gt;   &lt;h1&gt;                              sistemas académicos       &lt;/h1 &gt; &lt;h2&gt;  computación e informática                &lt;/h2&gt; &lt;font   size=20&gt;   alumnos  IV semestre de TPD &lt;/font&gt; &lt;/body&gt; &lt;/html&gt;</vt:lpstr>
      <vt:lpstr>Acentuación html</vt:lpstr>
      <vt:lpstr> Ejemplo :</vt:lpstr>
      <vt:lpstr>resultado</vt:lpstr>
      <vt:lpstr>ETIQUETAS FORMATO  CARACTERES</vt:lpstr>
      <vt:lpstr>Presentación de PowerPoint</vt:lpstr>
      <vt:lpstr>EJERCICIOS PROPUESTOS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TALLER PROGRAMACION DISTRIBUIDA SESION 01</dc:title>
  <dc:creator>Usuario</dc:creator>
  <cp:lastModifiedBy>Usuario</cp:lastModifiedBy>
  <cp:revision>5</cp:revision>
  <dcterms:modified xsi:type="dcterms:W3CDTF">2022-08-20T02:14:16Z</dcterms:modified>
</cp:coreProperties>
</file>